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handoutMasterIdLst>
    <p:handoutMasterId r:id="rId6"/>
  </p:handoutMasterIdLst>
  <p:sldIdLst>
    <p:sldId id="256" r:id="rId2"/>
    <p:sldId id="292" r:id="rId3"/>
    <p:sldId id="291" r:id="rId4"/>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3993"/>
    <p:restoredTop sz="81560"/>
  </p:normalViewPr>
  <p:slideViewPr>
    <p:cSldViewPr snapToGrid="0">
      <p:cViewPr varScale="1">
        <p:scale>
          <a:sx n="99" d="100"/>
          <a:sy n="99" d="100"/>
        </p:scale>
        <p:origin x="664" y="16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handoutMaster" Target="handoutMasters/handoutMaster1.xml"/><Relationship Id="rId5" Type="http://schemas.openxmlformats.org/officeDocument/2006/relationships/notesMaster" Target="notesMasters/notesMaster1.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94C5C3D7-FB18-3186-0793-FB00021B755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a:extLst>
              <a:ext uri="{FF2B5EF4-FFF2-40B4-BE49-F238E27FC236}">
                <a16:creationId xmlns:a16="http://schemas.microsoft.com/office/drawing/2014/main" id="{C912CD8A-1FE6-61DD-F01E-B48743B0F76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33EE678-544E-4D4A-852E-DC62B490CB91}" type="datetimeFigureOut">
              <a:rPr kumimoji="1" lang="zh-CN" altLang="en-US" smtClean="0"/>
              <a:t>2026/6/18</a:t>
            </a:fld>
            <a:endParaRPr kumimoji="1" lang="zh-CN" altLang="en-US"/>
          </a:p>
        </p:txBody>
      </p:sp>
      <p:sp>
        <p:nvSpPr>
          <p:cNvPr id="4" name="页脚占位符 3">
            <a:extLst>
              <a:ext uri="{FF2B5EF4-FFF2-40B4-BE49-F238E27FC236}">
                <a16:creationId xmlns:a16="http://schemas.microsoft.com/office/drawing/2014/main" id="{A2DFFD94-99AD-25E6-C11E-4E0B1EFC010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5" name="灯片编号占位符 4">
            <a:extLst>
              <a:ext uri="{FF2B5EF4-FFF2-40B4-BE49-F238E27FC236}">
                <a16:creationId xmlns:a16="http://schemas.microsoft.com/office/drawing/2014/main" id="{21BED3B6-A06D-2158-3295-446D9B08BA0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27A1825-C1D8-CE4C-A5F5-4F65D7107953}" type="slidenum">
              <a:rPr kumimoji="1" lang="zh-CN" altLang="en-US" smtClean="0"/>
              <a:t>‹#›</a:t>
            </a:fld>
            <a:endParaRPr kumimoji="1" lang="zh-CN" altLang="en-US"/>
          </a:p>
        </p:txBody>
      </p:sp>
    </p:spTree>
    <p:extLst>
      <p:ext uri="{BB962C8B-B14F-4D97-AF65-F5344CB8AC3E}">
        <p14:creationId xmlns:p14="http://schemas.microsoft.com/office/powerpoint/2010/main" val="231819853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dk2" tx2="lt2" accent1="accent1" accent2="accent2" accent3="accent3" accent4="accent4" accent5="accent5" accent6="accent6" hlink="hlink" folHlink="folHlink"/>
  <p:hf hdr="0" ftr="0" dt="0"/>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dirty="0"/>
              <a:t>Hi</a:t>
            </a:r>
            <a:r>
              <a:rPr lang="zh-CN" altLang="en-US" dirty="0"/>
              <a:t> </a:t>
            </a:r>
            <a:r>
              <a:rPr lang="en-US" altLang="zh-CN" dirty="0"/>
              <a:t>everyone</a:t>
            </a:r>
            <a:r>
              <a:rPr lang="en" altLang="zh-CN" dirty="0"/>
              <a:t>, good morning. My name is </a:t>
            </a:r>
            <a:r>
              <a:rPr lang="en" altLang="zh-CN" dirty="0" err="1"/>
              <a:t>huen</a:t>
            </a:r>
            <a:r>
              <a:rPr lang="en" altLang="zh-CN" dirty="0"/>
              <a:t> li. </a:t>
            </a:r>
            <a:br>
              <a:rPr lang="en" altLang="zh-CN" dirty="0"/>
            </a:br>
            <a:r>
              <a:rPr lang="en" altLang="zh-CN" dirty="0"/>
              <a:t>My supervisor is Professor </a:t>
            </a:r>
            <a:r>
              <a:rPr lang="en" altLang="zh-CN" dirty="0" err="1"/>
              <a:t>Zhongliang</a:t>
            </a:r>
            <a:r>
              <a:rPr lang="en" altLang="zh-CN" dirty="0"/>
              <a:t> Jiang. My moderator is Professor KWOK Kawai. My mentor is Yao Zhong.</a:t>
            </a:r>
            <a:r>
              <a:rPr lang="zh-CN" altLang="en-US" dirty="0"/>
              <a:t> </a:t>
            </a:r>
            <a:r>
              <a:rPr lang="en-US" altLang="zh-CN" dirty="0"/>
              <a:t>Thank</a:t>
            </a:r>
            <a:r>
              <a:rPr lang="zh-CN" altLang="en-US" dirty="0"/>
              <a:t> </a:t>
            </a:r>
            <a:r>
              <a:rPr lang="en-US" altLang="zh-CN" dirty="0"/>
              <a:t>you</a:t>
            </a:r>
            <a:r>
              <a:rPr lang="zh-CN" altLang="en-US" dirty="0"/>
              <a:t> </a:t>
            </a:r>
            <a:r>
              <a:rPr lang="en-US" altLang="zh-CN" dirty="0"/>
              <a:t>for</a:t>
            </a:r>
            <a:r>
              <a:rPr lang="zh-CN" altLang="en-US" dirty="0"/>
              <a:t> </a:t>
            </a:r>
            <a:r>
              <a:rPr lang="en-US" altLang="zh-CN" dirty="0"/>
              <a:t>your</a:t>
            </a:r>
            <a:r>
              <a:rPr lang="zh-CN" altLang="en-US" dirty="0"/>
              <a:t> </a:t>
            </a:r>
            <a:r>
              <a:rPr lang="en-US" altLang="zh-CN" dirty="0"/>
              <a:t>coming.</a:t>
            </a:r>
            <a:r>
              <a:rPr lang="zh-CN" altLang="en-US" dirty="0"/>
              <a:t> </a:t>
            </a:r>
            <a:r>
              <a:rPr lang="en-US" altLang="zh-CN" dirty="0"/>
              <a:t>Next,</a:t>
            </a:r>
            <a:r>
              <a:rPr lang="zh-CN" altLang="en-US" dirty="0"/>
              <a:t> </a:t>
            </a:r>
            <a:r>
              <a:rPr lang="en-US" altLang="zh-CN" dirty="0"/>
              <a:t>I</a:t>
            </a:r>
            <a:r>
              <a:rPr lang="zh-CN" altLang="en-US" dirty="0"/>
              <a:t> </a:t>
            </a:r>
            <a:r>
              <a:rPr lang="en-US" altLang="zh-CN" dirty="0"/>
              <a:t>will</a:t>
            </a:r>
            <a:r>
              <a:rPr lang="zh-CN" altLang="en-US" dirty="0"/>
              <a:t> </a:t>
            </a:r>
            <a:r>
              <a:rPr lang="en-US" altLang="zh-CN" dirty="0"/>
              <a:t>start</a:t>
            </a:r>
            <a:r>
              <a:rPr lang="zh-CN" altLang="en-US" dirty="0"/>
              <a:t> </a:t>
            </a:r>
            <a:r>
              <a:rPr lang="en-US" altLang="zh-CN" dirty="0"/>
              <a:t>my</a:t>
            </a:r>
            <a:r>
              <a:rPr lang="zh-CN" altLang="en-US" dirty="0"/>
              <a:t> </a:t>
            </a:r>
            <a:r>
              <a:rPr lang="en-US" altLang="zh-CN" dirty="0"/>
              <a:t>pre.</a:t>
            </a:r>
          </a:p>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dirty="0"/>
              <a:t>The title of my project is Learning visual affordance from human activity video for embodied AI.</a:t>
            </a:r>
            <a:br>
              <a:rPr lang="en" altLang="zh-CN" dirty="0"/>
            </a:br>
            <a:r>
              <a:rPr lang="zh-CN" altLang="en-US" dirty="0"/>
              <a:t>亲爱的各位答辩嘉宾，大家好。我的名字是</a:t>
            </a:r>
            <a:r>
              <a:rPr lang="en" altLang="zh-CN" dirty="0" err="1"/>
              <a:t>huen</a:t>
            </a:r>
            <a:r>
              <a:rPr lang="en" altLang="zh-CN" dirty="0"/>
              <a:t> li</a:t>
            </a:r>
            <a:r>
              <a:rPr lang="zh-CN" altLang="en" dirty="0"/>
              <a:t>。</a:t>
            </a:r>
            <a:r>
              <a:rPr lang="zh-CN" altLang="en-US" dirty="0"/>
              <a:t>我的项目名称是</a:t>
            </a:r>
            <a:r>
              <a:rPr lang="en" altLang="zh-CN" dirty="0"/>
              <a:t>Learning visual affordance from human activity video for embodied AI</a:t>
            </a:r>
            <a:r>
              <a:rPr lang="zh-CN" altLang="en" dirty="0"/>
              <a:t>。</a:t>
            </a:r>
            <a:br>
              <a:rPr lang="zh-CN" altLang="en" dirty="0"/>
            </a:br>
            <a:r>
              <a:rPr lang="zh-CN" altLang="en-US" dirty="0"/>
              <a:t>我的</a:t>
            </a:r>
            <a:r>
              <a:rPr lang="en" altLang="zh-CN" dirty="0"/>
              <a:t>supervisor</a:t>
            </a:r>
            <a:r>
              <a:rPr lang="zh-CN" altLang="en-US" dirty="0"/>
              <a:t>是</a:t>
            </a:r>
            <a:r>
              <a:rPr lang="en" altLang="zh-CN" dirty="0"/>
              <a:t>professor </a:t>
            </a:r>
            <a:r>
              <a:rPr lang="en" altLang="zh-CN" dirty="0" err="1"/>
              <a:t>Zhongliang</a:t>
            </a:r>
            <a:r>
              <a:rPr lang="en" altLang="zh-CN" dirty="0"/>
              <a:t> Jiang</a:t>
            </a:r>
            <a:r>
              <a:rPr lang="zh-CN" altLang="en" dirty="0"/>
              <a:t>。</a:t>
            </a:r>
            <a:r>
              <a:rPr lang="zh-CN" altLang="en-US" dirty="0"/>
              <a:t>我的</a:t>
            </a:r>
            <a:r>
              <a:rPr lang="en" altLang="zh-CN" dirty="0"/>
              <a:t>moderator</a:t>
            </a:r>
            <a:r>
              <a:rPr lang="zh-CN" altLang="en-US" dirty="0"/>
              <a:t>是</a:t>
            </a:r>
            <a:r>
              <a:rPr lang="en" altLang="zh-CN" dirty="0"/>
              <a:t>professor KWOK Kawai</a:t>
            </a:r>
            <a:r>
              <a:rPr lang="zh-CN" altLang="en" dirty="0"/>
              <a:t>。</a:t>
            </a:r>
            <a:r>
              <a:rPr lang="zh-CN" altLang="en-US" dirty="0"/>
              <a:t>我的</a:t>
            </a:r>
            <a:r>
              <a:rPr lang="en" altLang="zh-CN" dirty="0"/>
              <a:t>mentor</a:t>
            </a:r>
            <a:r>
              <a:rPr lang="zh-CN" altLang="en-US" dirty="0"/>
              <a:t>是</a:t>
            </a:r>
            <a:r>
              <a:rPr lang="en" altLang="zh-CN" dirty="0"/>
              <a:t>Yao Zhong</a:t>
            </a:r>
            <a:r>
              <a:rPr lang="zh-CN" altLang="en" dirty="0"/>
              <a:t>。</a:t>
            </a:r>
          </a:p>
          <a:p>
            <a:pPr marL="0" indent="0" algn="l">
              <a:spcBef>
                <a:spcPts val="0"/>
              </a:spcBef>
              <a:spcAft>
                <a:spcPts val="0"/>
              </a:spcAft>
              <a:buNone/>
            </a:pP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7C993B-C403-8D4A-9017-589B55E5AB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808837-60F1-D508-0DA0-C06792B012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329B0A-58CE-6971-DDE0-BC4F0DE628D8}"/>
              </a:ext>
            </a:extLst>
          </p:cNvPr>
          <p:cNvSpPr>
            <a:spLocks noGrp="1"/>
          </p:cNvSpPr>
          <p:nvPr>
            <p:ph type="body" idx="1"/>
          </p:nvPr>
        </p:nvSpPr>
        <p:spPr/>
        <p:txBody>
          <a:bodyPr/>
          <a:lstStyle/>
          <a:p>
            <a:r>
              <a:rPr lang="en" altLang="zh-CN" dirty="0"/>
              <a:t>The significance of this research topic lies in the following aspects:</a:t>
            </a:r>
            <a:br>
              <a:rPr lang="en" altLang="zh-CN" dirty="0"/>
            </a:br>
            <a:r>
              <a:rPr lang="en" altLang="zh-CN" dirty="0"/>
              <a:t>The training process of traditional methods requires complex simulators and iterative trial-and-error computation. Massive videos featuring interactions between humans and objects are available online. Attempting to utilize these videos as training data for embodied AI will help alleviate data scarcity in embodied AI training.</a:t>
            </a:r>
          </a:p>
          <a:p>
            <a:r>
              <a:rPr lang="zh-CN" altLang="en-US" dirty="0"/>
              <a:t>传统方法的训练工作需要复杂的模拟器以及反复试错的运算过程。互联网上有大量的人和物体进行交互的视频。而尝试应用这些视频作为</a:t>
            </a:r>
            <a:r>
              <a:rPr lang="en" altLang="zh-CN" dirty="0"/>
              <a:t>embodied ai</a:t>
            </a:r>
            <a:r>
              <a:rPr lang="zh-CN" altLang="en-US" dirty="0"/>
              <a:t>的训练数据，</a:t>
            </a:r>
            <a:r>
              <a:rPr lang="en" altLang="zh-CN" dirty="0"/>
              <a:t>will help alleviate data scarcity in embodied AI training.</a:t>
            </a:r>
          </a:p>
          <a:p>
            <a:pPr marL="0" indent="0" algn="l">
              <a:spcBef>
                <a:spcPts val="0"/>
              </a:spcBef>
              <a:spcAft>
                <a:spcPts val="0"/>
              </a:spcAft>
              <a:buNone/>
            </a:pPr>
            <a:endParaRPr dirty="0"/>
          </a:p>
        </p:txBody>
      </p:sp>
      <p:sp>
        <p:nvSpPr>
          <p:cNvPr id="4" name="Slide Number Placeholder 3">
            <a:extLst>
              <a:ext uri="{FF2B5EF4-FFF2-40B4-BE49-F238E27FC236}">
                <a16:creationId xmlns:a16="http://schemas.microsoft.com/office/drawing/2014/main" id="{92AFA359-A072-5A3C-478D-056B0D05CEE0}"/>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9079388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60F479-8A8D-991D-15E5-EB11A4F5AE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8CC872-1CD0-A841-9835-C6973CF83E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D67E94-5E5B-0E32-E8C4-E351D2249280}"/>
              </a:ext>
            </a:extLst>
          </p:cNvPr>
          <p:cNvSpPr>
            <a:spLocks noGrp="1"/>
          </p:cNvSpPr>
          <p:nvPr>
            <p:ph type="body" idx="1"/>
          </p:nvPr>
        </p:nvSpPr>
        <p:spPr/>
        <p:txBody>
          <a:bodyPr/>
          <a:lstStyle/>
          <a:p>
            <a:pPr marL="0" indent="0" algn="l">
              <a:spcBef>
                <a:spcPts val="0"/>
              </a:spcBef>
              <a:spcAft>
                <a:spcPts val="0"/>
              </a:spcAft>
              <a:buNone/>
            </a:pPr>
            <a:r>
              <a:rPr dirty="0"/>
              <a:t>Font: Times New Roman</a:t>
            </a:r>
          </a:p>
          <a:p>
            <a:pPr marL="0" indent="0" algn="l">
              <a:spcBef>
                <a:spcPts val="0"/>
              </a:spcBef>
              <a:spcAft>
                <a:spcPts val="0"/>
              </a:spcAft>
              <a:buNone/>
            </a:pPr>
            <a:r>
              <a:rPr dirty="0"/>
              <a:t>Title: 60</a:t>
            </a:r>
          </a:p>
          <a:p>
            <a:pPr marL="0" indent="0" algn="l">
              <a:spcBef>
                <a:spcPts val="0"/>
              </a:spcBef>
              <a:spcAft>
                <a:spcPts val="0"/>
              </a:spcAft>
              <a:buNone/>
            </a:pPr>
            <a:r>
              <a:rPr dirty="0"/>
              <a:t>Subtitle: 32</a:t>
            </a:r>
          </a:p>
          <a:p>
            <a:pPr marL="0" indent="0" algn="l">
              <a:spcBef>
                <a:spcPts val="0"/>
              </a:spcBef>
              <a:spcAft>
                <a:spcPts val="0"/>
              </a:spcAft>
              <a:buNone/>
            </a:pPr>
            <a:r>
              <a:rPr dirty="0"/>
              <a:t>Signature: 24</a:t>
            </a:r>
          </a:p>
        </p:txBody>
      </p:sp>
      <p:sp>
        <p:nvSpPr>
          <p:cNvPr id="4" name="Slide Number Placeholder 3">
            <a:extLst>
              <a:ext uri="{FF2B5EF4-FFF2-40B4-BE49-F238E27FC236}">
                <a16:creationId xmlns:a16="http://schemas.microsoft.com/office/drawing/2014/main" id="{C102BC4A-0E20-DFC8-146E-EC32D31E0762}"/>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1754558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Tx">
  <p:cSld name="OBJECT_WITH_CAPTION_TEXT">
    <p:spTree>
      <p:nvGrpSpPr>
        <p:cNvPr id="1" name=""/>
        <p:cNvGrpSpPr/>
        <p:nvPr/>
      </p:nvGrpSpPr>
      <p:grpSpPr>
        <a:xfrm>
          <a:off x="0" y="0"/>
          <a:ext cx="0" cy="0"/>
          <a:chOff x="0" y="0"/>
          <a:chExt cx="0" cy="0"/>
        </a:xfrm>
      </p:grpSpPr>
      <p:sp>
        <p:nvSpPr>
          <p:cNvPr id="60" name="Google Shape;60;p9">
            <a:extLst>
              <a:ext uri="{FF2B5EF4-FFF2-40B4-BE49-F238E27FC236}">
                <a16:creationId xmlns:a16="http://schemas.microsoft.com/office/drawing/2014/main" id="{B88146B8-93FA-4126-9DD2-FE454DE7D39D}"/>
              </a:ext>
            </a:extLst>
          </p:cNvPr>
          <p:cNvSpPr>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ormAutofit/>
          </a:bodyPr>
          <a:lstStyle>
            <a:lvl1pPr algn="l">
              <a:lnSpc>
                <a:spcPct val="90000"/>
              </a:lnSpc>
              <a:spcBef>
                <a:spcPts val="0"/>
              </a:spcBef>
              <a:spcAft>
                <a:spcPts val="0"/>
              </a:spcAft>
              <a:buNone/>
              <a:defRPr sz="3200"/>
            </a:lvl1pPr>
            <a:lvl2pPr>
              <a:spcBef>
                <a:spcPts val="0"/>
              </a:spcBef>
              <a:spcAft>
                <a:spcPts val="0"/>
              </a:spcAft>
              <a:buNone/>
              <a:defRPr/>
            </a:lvl2pPr>
            <a:lvl3pPr>
              <a:spcBef>
                <a:spcPts val="0"/>
              </a:spcBef>
              <a:spcAft>
                <a:spcPts val="0"/>
              </a:spcAft>
              <a:buNone/>
              <a:defRPr/>
            </a:lvl3pPr>
            <a:lvl4pPr>
              <a:spcBef>
                <a:spcPts val="0"/>
              </a:spcBef>
              <a:spcAft>
                <a:spcPts val="0"/>
              </a:spcAft>
              <a:buNone/>
              <a:defRPr/>
            </a:lvl4pPr>
            <a:lvl5pPr>
              <a:spcBef>
                <a:spcPts val="0"/>
              </a:spcBef>
              <a:spcAft>
                <a:spcPts val="0"/>
              </a:spcAft>
              <a:buNone/>
              <a:defRPr/>
            </a:lvl5pPr>
            <a:lvl6pPr>
              <a:spcBef>
                <a:spcPts val="0"/>
              </a:spcBef>
              <a:spcAft>
                <a:spcPts val="0"/>
              </a:spcAft>
              <a:buNone/>
              <a:defRPr/>
            </a:lvl6pPr>
            <a:lvl7pPr>
              <a:spcBef>
                <a:spcPts val="0"/>
              </a:spcBef>
              <a:spcAft>
                <a:spcPts val="0"/>
              </a:spcAft>
              <a:buNone/>
              <a:defRPr/>
            </a:lvl7pPr>
            <a:lvl8pPr>
              <a:spcBef>
                <a:spcPts val="0"/>
              </a:spcBef>
              <a:spcAft>
                <a:spcPts val="0"/>
              </a:spcAft>
              <a:buNone/>
              <a:defRPr/>
            </a:lvl8pPr>
            <a:lvl9pPr>
              <a:spcBef>
                <a:spcPts val="0"/>
              </a:spcBef>
              <a:spcAft>
                <a:spcPts val="0"/>
              </a:spcAft>
              <a:buNone/>
              <a:defRPr/>
            </a:lvl9pPr>
          </a:lstStyle>
          <a:p>
            <a:endParaRPr/>
          </a:p>
        </p:txBody>
      </p:sp>
      <p:sp>
        <p:nvSpPr>
          <p:cNvPr id="61" name="Google Shape;61;p9">
            <a:extLst>
              <a:ext uri="{FF2B5EF4-FFF2-40B4-BE49-F238E27FC236}">
                <a16:creationId xmlns:a16="http://schemas.microsoft.com/office/drawing/2014/main" id="{D59D4F66-0464-46BA-8102-12375D58DD01}"/>
              </a:ext>
            </a:extLst>
          </p:cNvPr>
          <p:cNvSpPr>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ormAutofit/>
          </a:bodyPr>
          <a:lstStyle>
            <a:lvl1pPr marL="457200" indent="-431800" algn="l">
              <a:lnSpc>
                <a:spcPct val="90000"/>
              </a:lnSpc>
              <a:spcBef>
                <a:spcPts val="1000"/>
              </a:spcBef>
              <a:spcAft>
                <a:spcPts val="0"/>
              </a:spcAft>
              <a:buChar char="•"/>
              <a:defRPr sz="3200"/>
            </a:lvl1pPr>
            <a:lvl2pPr marL="914400" indent="-406400" algn="l">
              <a:lnSpc>
                <a:spcPct val="90000"/>
              </a:lnSpc>
              <a:spcBef>
                <a:spcPts val="500"/>
              </a:spcBef>
              <a:spcAft>
                <a:spcPts val="0"/>
              </a:spcAft>
              <a:buChar char="•"/>
              <a:defRPr sz="2800"/>
            </a:lvl2pPr>
            <a:lvl3pPr marL="1371600" indent="-381000" algn="l">
              <a:lnSpc>
                <a:spcPct val="90000"/>
              </a:lnSpc>
              <a:spcBef>
                <a:spcPts val="500"/>
              </a:spcBef>
              <a:spcAft>
                <a:spcPts val="0"/>
              </a:spcAft>
              <a:buChar char="•"/>
              <a:defRPr sz="2400"/>
            </a:lvl3pPr>
            <a:lvl4pPr marL="1828800" indent="-355600" algn="l">
              <a:lnSpc>
                <a:spcPct val="90000"/>
              </a:lnSpc>
              <a:spcBef>
                <a:spcPts val="500"/>
              </a:spcBef>
              <a:spcAft>
                <a:spcPts val="0"/>
              </a:spcAft>
              <a:buChar char="•"/>
              <a:defRPr sz="2000"/>
            </a:lvl4pPr>
            <a:lvl5pPr marL="2286000" indent="-355600" algn="l">
              <a:lnSpc>
                <a:spcPct val="90000"/>
              </a:lnSpc>
              <a:spcBef>
                <a:spcPts val="500"/>
              </a:spcBef>
              <a:spcAft>
                <a:spcPts val="0"/>
              </a:spcAft>
              <a:buChar char="•"/>
              <a:defRPr sz="2000"/>
            </a:lvl5pPr>
            <a:lvl6pPr marL="2743200" indent="-355600" algn="l">
              <a:lnSpc>
                <a:spcPct val="90000"/>
              </a:lnSpc>
              <a:spcBef>
                <a:spcPts val="500"/>
              </a:spcBef>
              <a:spcAft>
                <a:spcPts val="0"/>
              </a:spcAft>
              <a:buChar char="•"/>
              <a:defRPr sz="2000"/>
            </a:lvl6pPr>
            <a:lvl7pPr marL="3200400" indent="-355600" algn="l">
              <a:lnSpc>
                <a:spcPct val="90000"/>
              </a:lnSpc>
              <a:spcBef>
                <a:spcPts val="500"/>
              </a:spcBef>
              <a:spcAft>
                <a:spcPts val="0"/>
              </a:spcAft>
              <a:buChar char="•"/>
              <a:defRPr sz="2000"/>
            </a:lvl7pPr>
            <a:lvl8pPr marL="3657600" indent="-355600" algn="l">
              <a:lnSpc>
                <a:spcPct val="90000"/>
              </a:lnSpc>
              <a:spcBef>
                <a:spcPts val="500"/>
              </a:spcBef>
              <a:spcAft>
                <a:spcPts val="0"/>
              </a:spcAft>
              <a:buChar char="•"/>
              <a:defRPr sz="2000"/>
            </a:lvl8pPr>
            <a:lvl9pPr marL="4114800" indent="-355600" algn="l">
              <a:lnSpc>
                <a:spcPct val="90000"/>
              </a:lnSpc>
              <a:spcBef>
                <a:spcPts val="500"/>
              </a:spcBef>
              <a:spcAft>
                <a:spcPts val="0"/>
              </a:spcAft>
              <a:buChar char="•"/>
              <a:defRPr sz="2000"/>
            </a:lvl9pPr>
          </a:lstStyle>
          <a:p>
            <a:endParaRPr/>
          </a:p>
        </p:txBody>
      </p:sp>
      <p:sp>
        <p:nvSpPr>
          <p:cNvPr id="62" name="Google Shape;62;p9">
            <a:extLst>
              <a:ext uri="{FF2B5EF4-FFF2-40B4-BE49-F238E27FC236}">
                <a16:creationId xmlns:a16="http://schemas.microsoft.com/office/drawing/2014/main" id="{14299162-9938-4F9A-BC9C-5C2B8073E4E2}"/>
              </a:ext>
            </a:extLst>
          </p:cNvPr>
          <p:cNvSpPr>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ormAutofit/>
          </a:bodyPr>
          <a:lstStyle>
            <a:lvl1pPr marL="457200" indent="-228600" algn="l">
              <a:lnSpc>
                <a:spcPct val="90000"/>
              </a:lnSpc>
              <a:spcBef>
                <a:spcPts val="1000"/>
              </a:spcBef>
              <a:spcAft>
                <a:spcPts val="0"/>
              </a:spcAft>
              <a:buNone/>
              <a:defRPr sz="1600"/>
            </a:lvl1pPr>
            <a:lvl2pPr marL="914400" indent="-228600" algn="l">
              <a:lnSpc>
                <a:spcPct val="90000"/>
              </a:lnSpc>
              <a:spcBef>
                <a:spcPts val="500"/>
              </a:spcBef>
              <a:spcAft>
                <a:spcPts val="0"/>
              </a:spcAft>
              <a:buNone/>
              <a:defRPr sz="1400"/>
            </a:lvl2pPr>
            <a:lvl3pPr marL="1371600" indent="-228600" algn="l">
              <a:lnSpc>
                <a:spcPct val="90000"/>
              </a:lnSpc>
              <a:spcBef>
                <a:spcPts val="500"/>
              </a:spcBef>
              <a:spcAft>
                <a:spcPts val="0"/>
              </a:spcAft>
              <a:buNone/>
              <a:defRPr sz="1200"/>
            </a:lvl3pPr>
            <a:lvl4pPr marL="1828800" indent="-228600" algn="l">
              <a:lnSpc>
                <a:spcPct val="90000"/>
              </a:lnSpc>
              <a:spcBef>
                <a:spcPts val="500"/>
              </a:spcBef>
              <a:spcAft>
                <a:spcPts val="0"/>
              </a:spcAft>
              <a:buNone/>
              <a:defRPr sz="1000"/>
            </a:lvl4pPr>
            <a:lvl5pPr marL="2286000" indent="-228600" algn="l">
              <a:lnSpc>
                <a:spcPct val="90000"/>
              </a:lnSpc>
              <a:spcBef>
                <a:spcPts val="500"/>
              </a:spcBef>
              <a:spcAft>
                <a:spcPts val="0"/>
              </a:spcAft>
              <a:buNone/>
              <a:defRPr sz="1000"/>
            </a:lvl5pPr>
            <a:lvl6pPr marL="2743200" indent="-228600" algn="l">
              <a:lnSpc>
                <a:spcPct val="90000"/>
              </a:lnSpc>
              <a:spcBef>
                <a:spcPts val="500"/>
              </a:spcBef>
              <a:spcAft>
                <a:spcPts val="0"/>
              </a:spcAft>
              <a:buNone/>
              <a:defRPr sz="1000"/>
            </a:lvl6pPr>
            <a:lvl7pPr marL="3200400" indent="-228600" algn="l">
              <a:lnSpc>
                <a:spcPct val="90000"/>
              </a:lnSpc>
              <a:spcBef>
                <a:spcPts val="500"/>
              </a:spcBef>
              <a:spcAft>
                <a:spcPts val="0"/>
              </a:spcAft>
              <a:buNone/>
              <a:defRPr sz="1000"/>
            </a:lvl7pPr>
            <a:lvl8pPr marL="3657600" indent="-228600" algn="l">
              <a:lnSpc>
                <a:spcPct val="90000"/>
              </a:lnSpc>
              <a:spcBef>
                <a:spcPts val="500"/>
              </a:spcBef>
              <a:spcAft>
                <a:spcPts val="0"/>
              </a:spcAft>
              <a:buNone/>
              <a:defRPr sz="1000"/>
            </a:lvl8pPr>
            <a:lvl9pPr marL="4114800" indent="-228600" algn="l">
              <a:lnSpc>
                <a:spcPct val="90000"/>
              </a:lnSpc>
              <a:spcBef>
                <a:spcPts val="500"/>
              </a:spcBef>
              <a:spcAft>
                <a:spcPts val="0"/>
              </a:spcAft>
              <a:buNone/>
              <a:defRPr sz="1000"/>
            </a:lvl9pPr>
          </a:lstStyle>
          <a:p>
            <a:endParaRPr/>
          </a:p>
        </p:txBody>
      </p:sp>
      <p:sp>
        <p:nvSpPr>
          <p:cNvPr id="63" name="Google Shape;63;p9">
            <a:extLst>
              <a:ext uri="{FF2B5EF4-FFF2-40B4-BE49-F238E27FC236}">
                <a16:creationId xmlns:a16="http://schemas.microsoft.com/office/drawing/2014/main" id="{F2E59F61-35CB-4BF2-A638-BF19D4F45286}"/>
              </a:ext>
            </a:extLst>
          </p:cNvPr>
          <p:cNvSpPr>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oAutofit/>
          </a:bodyPr>
          <a:lstStyle>
            <a:lvl1pPr algn="l">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a:endParaRPr/>
          </a:p>
        </p:txBody>
      </p:sp>
      <p:sp>
        <p:nvSpPr>
          <p:cNvPr id="64" name="Google Shape;64;p9">
            <a:extLst>
              <a:ext uri="{FF2B5EF4-FFF2-40B4-BE49-F238E27FC236}">
                <a16:creationId xmlns:a16="http://schemas.microsoft.com/office/drawing/2014/main" id="{B46EC1CB-FDCB-47D0-A263-F1FAACCAB319}"/>
              </a:ext>
            </a:extLst>
          </p:cNvPr>
          <p:cNvSpPr>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oAutofit/>
          </a:bodyPr>
          <a:lstStyle>
            <a:lvl1pPr algn="ctr">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a:endParaRPr/>
          </a:p>
        </p:txBody>
      </p:sp>
      <p:sp>
        <p:nvSpPr>
          <p:cNvPr id="65" name="Google Shape;65;p9">
            <a:extLst>
              <a:ext uri="{FF2B5EF4-FFF2-40B4-BE49-F238E27FC236}">
                <a16:creationId xmlns:a16="http://schemas.microsoft.com/office/drawing/2014/main" id="{858BE669-E0F3-4BC1-8B32-1D0B2B4C1D1D}"/>
              </a:ext>
            </a:extLst>
          </p:cNvPr>
          <p:cNvSpPr>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oAutofit/>
          </a:bodyPr>
          <a:lstStyle>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cSld name="SECTION_HEADER">
    <p:spTree>
      <p:nvGrpSpPr>
        <p:cNvPr id="1" name=""/>
        <p:cNvGrpSpPr/>
        <p:nvPr/>
      </p:nvGrpSpPr>
      <p:grpSpPr>
        <a:xfrm>
          <a:off x="0" y="0"/>
          <a:ext cx="0" cy="0"/>
          <a:chOff x="0" y="0"/>
          <a:chExt cx="0" cy="0"/>
        </a:xfrm>
      </p:grpSpPr>
      <p:sp>
        <p:nvSpPr>
          <p:cNvPr id="29" name="Google Shape;29;p4">
            <a:extLst>
              <a:ext uri="{FF2B5EF4-FFF2-40B4-BE49-F238E27FC236}">
                <a16:creationId xmlns:a16="http://schemas.microsoft.com/office/drawing/2014/main" id="{8D0F8E02-93BE-4213-A378-741C9CD9F6A1}"/>
              </a:ext>
            </a:extLst>
          </p:cNvPr>
          <p:cNvSpPr>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ormAutofit/>
          </a:bodyPr>
          <a:lstStyle>
            <a:lvl1pPr algn="l">
              <a:lnSpc>
                <a:spcPct val="90000"/>
              </a:lnSpc>
              <a:spcBef>
                <a:spcPts val="0"/>
              </a:spcBef>
              <a:spcAft>
                <a:spcPts val="0"/>
              </a:spcAft>
              <a:buNone/>
              <a:defRPr sz="6000"/>
            </a:lvl1pPr>
            <a:lvl2pPr>
              <a:spcBef>
                <a:spcPts val="0"/>
              </a:spcBef>
              <a:spcAft>
                <a:spcPts val="0"/>
              </a:spcAft>
              <a:buNone/>
              <a:defRPr/>
            </a:lvl2pPr>
            <a:lvl3pPr>
              <a:spcBef>
                <a:spcPts val="0"/>
              </a:spcBef>
              <a:spcAft>
                <a:spcPts val="0"/>
              </a:spcAft>
              <a:buNone/>
              <a:defRPr/>
            </a:lvl3pPr>
            <a:lvl4pPr>
              <a:spcBef>
                <a:spcPts val="0"/>
              </a:spcBef>
              <a:spcAft>
                <a:spcPts val="0"/>
              </a:spcAft>
              <a:buNone/>
              <a:defRPr/>
            </a:lvl4pPr>
            <a:lvl5pPr>
              <a:spcBef>
                <a:spcPts val="0"/>
              </a:spcBef>
              <a:spcAft>
                <a:spcPts val="0"/>
              </a:spcAft>
              <a:buNone/>
              <a:defRPr/>
            </a:lvl5pPr>
            <a:lvl6pPr>
              <a:spcBef>
                <a:spcPts val="0"/>
              </a:spcBef>
              <a:spcAft>
                <a:spcPts val="0"/>
              </a:spcAft>
              <a:buNone/>
              <a:defRPr/>
            </a:lvl6pPr>
            <a:lvl7pPr>
              <a:spcBef>
                <a:spcPts val="0"/>
              </a:spcBef>
              <a:spcAft>
                <a:spcPts val="0"/>
              </a:spcAft>
              <a:buNone/>
              <a:defRPr/>
            </a:lvl7pPr>
            <a:lvl8pPr>
              <a:spcBef>
                <a:spcPts val="0"/>
              </a:spcBef>
              <a:spcAft>
                <a:spcPts val="0"/>
              </a:spcAft>
              <a:buNone/>
              <a:defRPr/>
            </a:lvl8pPr>
            <a:lvl9pPr>
              <a:spcBef>
                <a:spcPts val="0"/>
              </a:spcBef>
              <a:spcAft>
                <a:spcPts val="0"/>
              </a:spcAft>
              <a:buNone/>
              <a:defRPr/>
            </a:lvl9pPr>
          </a:lstStyle>
          <a:p>
            <a:endParaRPr/>
          </a:p>
        </p:txBody>
      </p:sp>
      <p:sp>
        <p:nvSpPr>
          <p:cNvPr id="30" name="Google Shape;30;p4">
            <a:extLst>
              <a:ext uri="{FF2B5EF4-FFF2-40B4-BE49-F238E27FC236}">
                <a16:creationId xmlns:a16="http://schemas.microsoft.com/office/drawing/2014/main" id="{5A973D28-DD68-462E-80A2-EDEC32CC481C}"/>
              </a:ext>
            </a:extLst>
          </p:cNvPr>
          <p:cNvSpPr>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ormAutofit/>
          </a:bodyPr>
          <a:lstStyle>
            <a:lvl1pPr marL="457200" indent="-228600" algn="l">
              <a:lnSpc>
                <a:spcPct val="90000"/>
              </a:lnSpc>
              <a:spcBef>
                <a:spcPts val="1000"/>
              </a:spcBef>
              <a:spcAft>
                <a:spcPts val="0"/>
              </a:spcAft>
              <a:buNone/>
              <a:defRPr sz="2400">
                <a:solidFill>
                  <a:srgbClr val="888888"/>
                </a:solidFill>
              </a:defRPr>
            </a:lvl1pPr>
            <a:lvl2pPr marL="914400" indent="-228600" algn="l">
              <a:lnSpc>
                <a:spcPct val="90000"/>
              </a:lnSpc>
              <a:spcBef>
                <a:spcPts val="500"/>
              </a:spcBef>
              <a:spcAft>
                <a:spcPts val="0"/>
              </a:spcAft>
              <a:buNone/>
              <a:defRPr sz="2000">
                <a:solidFill>
                  <a:srgbClr val="888888"/>
                </a:solidFill>
              </a:defRPr>
            </a:lvl2pPr>
            <a:lvl3pPr marL="1371600" indent="-228600" algn="l">
              <a:lnSpc>
                <a:spcPct val="90000"/>
              </a:lnSpc>
              <a:spcBef>
                <a:spcPts val="500"/>
              </a:spcBef>
              <a:spcAft>
                <a:spcPts val="0"/>
              </a:spcAft>
              <a:buNone/>
              <a:defRPr sz="1800">
                <a:solidFill>
                  <a:srgbClr val="888888"/>
                </a:solidFill>
              </a:defRPr>
            </a:lvl3pPr>
            <a:lvl4pPr marL="1828800" indent="-228600" algn="l">
              <a:lnSpc>
                <a:spcPct val="90000"/>
              </a:lnSpc>
              <a:spcBef>
                <a:spcPts val="500"/>
              </a:spcBef>
              <a:spcAft>
                <a:spcPts val="0"/>
              </a:spcAft>
              <a:buNone/>
              <a:defRPr sz="1600">
                <a:solidFill>
                  <a:srgbClr val="888888"/>
                </a:solidFill>
              </a:defRPr>
            </a:lvl4pPr>
            <a:lvl5pPr marL="2286000" indent="-228600" algn="l">
              <a:lnSpc>
                <a:spcPct val="90000"/>
              </a:lnSpc>
              <a:spcBef>
                <a:spcPts val="500"/>
              </a:spcBef>
              <a:spcAft>
                <a:spcPts val="0"/>
              </a:spcAft>
              <a:buNone/>
              <a:defRPr sz="1600">
                <a:solidFill>
                  <a:srgbClr val="888888"/>
                </a:solidFill>
              </a:defRPr>
            </a:lvl5pPr>
            <a:lvl6pPr marL="2743200" indent="-228600" algn="l">
              <a:lnSpc>
                <a:spcPct val="90000"/>
              </a:lnSpc>
              <a:spcBef>
                <a:spcPts val="500"/>
              </a:spcBef>
              <a:spcAft>
                <a:spcPts val="0"/>
              </a:spcAft>
              <a:buNone/>
              <a:defRPr sz="1600">
                <a:solidFill>
                  <a:srgbClr val="888888"/>
                </a:solidFill>
              </a:defRPr>
            </a:lvl6pPr>
            <a:lvl7pPr marL="3200400" indent="-228600" algn="l">
              <a:lnSpc>
                <a:spcPct val="90000"/>
              </a:lnSpc>
              <a:spcBef>
                <a:spcPts val="500"/>
              </a:spcBef>
              <a:spcAft>
                <a:spcPts val="0"/>
              </a:spcAft>
              <a:buNone/>
              <a:defRPr sz="1600">
                <a:solidFill>
                  <a:srgbClr val="888888"/>
                </a:solidFill>
              </a:defRPr>
            </a:lvl7pPr>
            <a:lvl8pPr marL="3657600" indent="-228600" algn="l">
              <a:lnSpc>
                <a:spcPct val="90000"/>
              </a:lnSpc>
              <a:spcBef>
                <a:spcPts val="500"/>
              </a:spcBef>
              <a:spcAft>
                <a:spcPts val="0"/>
              </a:spcAft>
              <a:buNone/>
              <a:defRPr sz="1600">
                <a:solidFill>
                  <a:srgbClr val="888888"/>
                </a:solidFill>
              </a:defRPr>
            </a:lvl8pPr>
            <a:lvl9pPr marL="4114800" indent="-228600" algn="l">
              <a:lnSpc>
                <a:spcPct val="90000"/>
              </a:lnSpc>
              <a:spcBef>
                <a:spcPts val="500"/>
              </a:spcBef>
              <a:spcAft>
                <a:spcPts val="0"/>
              </a:spcAft>
              <a:buNone/>
              <a:defRPr sz="1600">
                <a:solidFill>
                  <a:srgbClr val="888888"/>
                </a:solidFill>
              </a:defRPr>
            </a:lvl9pPr>
          </a:lstStyle>
          <a:p>
            <a:endParaRPr/>
          </a:p>
        </p:txBody>
      </p:sp>
      <p:sp>
        <p:nvSpPr>
          <p:cNvPr id="31" name="Google Shape;31;p4">
            <a:extLst>
              <a:ext uri="{FF2B5EF4-FFF2-40B4-BE49-F238E27FC236}">
                <a16:creationId xmlns:a16="http://schemas.microsoft.com/office/drawing/2014/main" id="{D27B1E4E-375A-4DDE-83D2-259468B16E88}"/>
              </a:ext>
            </a:extLst>
          </p:cNvPr>
          <p:cNvSpPr>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oAutofit/>
          </a:bodyPr>
          <a:lstStyle>
            <a:lvl1pPr algn="l">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a:endParaRPr/>
          </a:p>
        </p:txBody>
      </p:sp>
      <p:sp>
        <p:nvSpPr>
          <p:cNvPr id="32" name="Google Shape;32;p4">
            <a:extLst>
              <a:ext uri="{FF2B5EF4-FFF2-40B4-BE49-F238E27FC236}">
                <a16:creationId xmlns:a16="http://schemas.microsoft.com/office/drawing/2014/main" id="{5AAF4409-08C5-4837-8A36-F253EDAA073A}"/>
              </a:ext>
            </a:extLst>
          </p:cNvPr>
          <p:cNvSpPr>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oAutofit/>
          </a:bodyPr>
          <a:lstStyle>
            <a:lvl1pPr algn="ctr">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a:endParaRPr/>
          </a:p>
        </p:txBody>
      </p:sp>
      <p:sp>
        <p:nvSpPr>
          <p:cNvPr id="33" name="Google Shape;33;p4">
            <a:extLst>
              <a:ext uri="{FF2B5EF4-FFF2-40B4-BE49-F238E27FC236}">
                <a16:creationId xmlns:a16="http://schemas.microsoft.com/office/drawing/2014/main" id="{8DF1553F-103D-4248-AC10-4CDE812D73E7}"/>
              </a:ext>
            </a:extLst>
          </p:cNvPr>
          <p:cNvSpPr>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oAutofit/>
          </a:bodyPr>
          <a:lstStyle>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56" name="Google Shape;56;p8">
            <a:extLst>
              <a:ext uri="{FF2B5EF4-FFF2-40B4-BE49-F238E27FC236}">
                <a16:creationId xmlns:a16="http://schemas.microsoft.com/office/drawing/2014/main" id="{E719C9D8-A9E9-49AA-ACE0-2641B780C2C4}"/>
              </a:ext>
            </a:extLst>
          </p:cNvPr>
          <p:cNvSpPr>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oAutofit/>
          </a:bodyPr>
          <a:lstStyle>
            <a:lvl1pPr algn="l">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a:endParaRPr/>
          </a:p>
        </p:txBody>
      </p:sp>
      <p:sp>
        <p:nvSpPr>
          <p:cNvPr id="57" name="Google Shape;57;p8">
            <a:extLst>
              <a:ext uri="{FF2B5EF4-FFF2-40B4-BE49-F238E27FC236}">
                <a16:creationId xmlns:a16="http://schemas.microsoft.com/office/drawing/2014/main" id="{4CE4DF16-8D3C-4EC2-8F88-E1712AFE7A16}"/>
              </a:ext>
            </a:extLst>
          </p:cNvPr>
          <p:cNvSpPr>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oAutofit/>
          </a:bodyPr>
          <a:lstStyle>
            <a:lvl1pPr algn="ctr">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a:endParaRPr/>
          </a:p>
        </p:txBody>
      </p:sp>
      <p:sp>
        <p:nvSpPr>
          <p:cNvPr id="58" name="Google Shape;58;p8">
            <a:extLst>
              <a:ext uri="{FF2B5EF4-FFF2-40B4-BE49-F238E27FC236}">
                <a16:creationId xmlns:a16="http://schemas.microsoft.com/office/drawing/2014/main" id="{22A08236-0B5A-4710-B87F-E85148ED20BA}"/>
              </a:ext>
            </a:extLst>
          </p:cNvPr>
          <p:cNvSpPr>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oAutofit/>
          </a:bodyPr>
          <a:lstStyle>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OBJECT">
    <p:spTree>
      <p:nvGrpSpPr>
        <p:cNvPr id="1" name=""/>
        <p:cNvGrpSpPr/>
        <p:nvPr/>
      </p:nvGrpSpPr>
      <p:grpSpPr>
        <a:xfrm>
          <a:off x="0" y="0"/>
          <a:ext cx="0" cy="0"/>
          <a:chOff x="0" y="0"/>
          <a:chExt cx="0" cy="0"/>
        </a:xfrm>
      </p:grpSpPr>
      <p:sp>
        <p:nvSpPr>
          <p:cNvPr id="23" name="Google Shape;23;p3">
            <a:extLst>
              <a:ext uri="{FF2B5EF4-FFF2-40B4-BE49-F238E27FC236}">
                <a16:creationId xmlns:a16="http://schemas.microsoft.com/office/drawing/2014/main" id="{7F68E8C1-F4A8-4E15-AB1C-534D02A82AAB}"/>
              </a:ext>
            </a:extLst>
          </p:cNvPr>
          <p:cNvSpPr>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ormAutofit/>
          </a:bodyPr>
          <a:lstStyle>
            <a:lvl1pPr algn="l">
              <a:lnSpc>
                <a:spcPct val="90000"/>
              </a:lnSpc>
              <a:spcBef>
                <a:spcPts val="0"/>
              </a:spcBef>
              <a:spcAft>
                <a:spcPts val="0"/>
              </a:spcAft>
              <a:buNone/>
              <a:defRPr/>
            </a:lvl1pPr>
            <a:lvl2pPr>
              <a:spcBef>
                <a:spcPts val="0"/>
              </a:spcBef>
              <a:spcAft>
                <a:spcPts val="0"/>
              </a:spcAft>
              <a:buNone/>
              <a:defRPr/>
            </a:lvl2pPr>
            <a:lvl3pPr>
              <a:spcBef>
                <a:spcPts val="0"/>
              </a:spcBef>
              <a:spcAft>
                <a:spcPts val="0"/>
              </a:spcAft>
              <a:buNone/>
              <a:defRPr/>
            </a:lvl3pPr>
            <a:lvl4pPr>
              <a:spcBef>
                <a:spcPts val="0"/>
              </a:spcBef>
              <a:spcAft>
                <a:spcPts val="0"/>
              </a:spcAft>
              <a:buNone/>
              <a:defRPr/>
            </a:lvl4pPr>
            <a:lvl5pPr>
              <a:spcBef>
                <a:spcPts val="0"/>
              </a:spcBef>
              <a:spcAft>
                <a:spcPts val="0"/>
              </a:spcAft>
              <a:buNone/>
              <a:defRPr/>
            </a:lvl5pPr>
            <a:lvl6pPr>
              <a:spcBef>
                <a:spcPts val="0"/>
              </a:spcBef>
              <a:spcAft>
                <a:spcPts val="0"/>
              </a:spcAft>
              <a:buNone/>
              <a:defRPr/>
            </a:lvl6pPr>
            <a:lvl7pPr>
              <a:spcBef>
                <a:spcPts val="0"/>
              </a:spcBef>
              <a:spcAft>
                <a:spcPts val="0"/>
              </a:spcAft>
              <a:buNone/>
              <a:defRPr/>
            </a:lvl7pPr>
            <a:lvl8pPr>
              <a:spcBef>
                <a:spcPts val="0"/>
              </a:spcBef>
              <a:spcAft>
                <a:spcPts val="0"/>
              </a:spcAft>
              <a:buNone/>
              <a:defRPr/>
            </a:lvl8pPr>
            <a:lvl9pPr>
              <a:spcBef>
                <a:spcPts val="0"/>
              </a:spcBef>
              <a:spcAft>
                <a:spcPts val="0"/>
              </a:spcAft>
              <a:buNone/>
              <a:defRPr/>
            </a:lvl9pPr>
          </a:lstStyle>
          <a:p>
            <a:endParaRPr/>
          </a:p>
        </p:txBody>
      </p:sp>
      <p:sp>
        <p:nvSpPr>
          <p:cNvPr id="24" name="Google Shape;24;p3">
            <a:extLst>
              <a:ext uri="{FF2B5EF4-FFF2-40B4-BE49-F238E27FC236}">
                <a16:creationId xmlns:a16="http://schemas.microsoft.com/office/drawing/2014/main" id="{3634F836-417C-47EB-97BC-A80E847E1A22}"/>
              </a:ext>
            </a:extLst>
          </p:cNvPr>
          <p:cNvSpPr>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ormAutofit/>
          </a:bodyPr>
          <a:lstStyle>
            <a:lvl1pPr marL="457200" indent="-342900" algn="l">
              <a:lnSpc>
                <a:spcPct val="90000"/>
              </a:lnSpc>
              <a:spcBef>
                <a:spcPts val="1000"/>
              </a:spcBef>
              <a:spcAft>
                <a:spcPts val="0"/>
              </a:spcAft>
              <a:buChar char="•"/>
              <a:defRPr/>
            </a:lvl1pPr>
            <a:lvl2pPr marL="914400" indent="-342900" algn="l">
              <a:lnSpc>
                <a:spcPct val="90000"/>
              </a:lnSpc>
              <a:spcBef>
                <a:spcPts val="500"/>
              </a:spcBef>
              <a:spcAft>
                <a:spcPts val="0"/>
              </a:spcAft>
              <a:buChar char="•"/>
              <a:defRPr/>
            </a:lvl2pPr>
            <a:lvl3pPr marL="1371600" indent="-342900" algn="l">
              <a:lnSpc>
                <a:spcPct val="90000"/>
              </a:lnSpc>
              <a:spcBef>
                <a:spcPts val="500"/>
              </a:spcBef>
              <a:spcAft>
                <a:spcPts val="0"/>
              </a:spcAft>
              <a:buChar char="•"/>
              <a:defRPr/>
            </a:lvl3pPr>
            <a:lvl4pPr marL="1828800" indent="-342900" algn="l">
              <a:lnSpc>
                <a:spcPct val="90000"/>
              </a:lnSpc>
              <a:spcBef>
                <a:spcPts val="500"/>
              </a:spcBef>
              <a:spcAft>
                <a:spcPts val="0"/>
              </a:spcAft>
              <a:buChar char="•"/>
              <a:defRPr/>
            </a:lvl4pPr>
            <a:lvl5pPr marL="2286000" indent="-342900" algn="l">
              <a:lnSpc>
                <a:spcPct val="90000"/>
              </a:lnSpc>
              <a:spcBef>
                <a:spcPts val="500"/>
              </a:spcBef>
              <a:spcAft>
                <a:spcPts val="0"/>
              </a:spcAft>
              <a:buChar char="•"/>
              <a:defRPr/>
            </a:lvl5pPr>
            <a:lvl6pPr marL="2743200" indent="-342900" algn="l">
              <a:lnSpc>
                <a:spcPct val="90000"/>
              </a:lnSpc>
              <a:spcBef>
                <a:spcPts val="500"/>
              </a:spcBef>
              <a:spcAft>
                <a:spcPts val="0"/>
              </a:spcAft>
              <a:buChar char="•"/>
              <a:defRPr/>
            </a:lvl6pPr>
            <a:lvl7pPr marL="3200400" indent="-342900" algn="l">
              <a:lnSpc>
                <a:spcPct val="90000"/>
              </a:lnSpc>
              <a:spcBef>
                <a:spcPts val="500"/>
              </a:spcBef>
              <a:spcAft>
                <a:spcPts val="0"/>
              </a:spcAft>
              <a:buChar char="•"/>
              <a:defRPr/>
            </a:lvl7pPr>
            <a:lvl8pPr marL="3657600" indent="-342900" algn="l">
              <a:lnSpc>
                <a:spcPct val="90000"/>
              </a:lnSpc>
              <a:spcBef>
                <a:spcPts val="500"/>
              </a:spcBef>
              <a:spcAft>
                <a:spcPts val="0"/>
              </a:spcAft>
              <a:buChar char="•"/>
              <a:defRPr/>
            </a:lvl8pPr>
            <a:lvl9pPr marL="4114800" indent="-342900" algn="l">
              <a:lnSpc>
                <a:spcPct val="90000"/>
              </a:lnSpc>
              <a:spcBef>
                <a:spcPts val="500"/>
              </a:spcBef>
              <a:spcAft>
                <a:spcPts val="0"/>
              </a:spcAft>
              <a:buChar char="•"/>
              <a:defRPr/>
            </a:lvl9pPr>
          </a:lstStyle>
          <a:p>
            <a:endParaRPr/>
          </a:p>
        </p:txBody>
      </p:sp>
      <p:sp>
        <p:nvSpPr>
          <p:cNvPr id="25" name="Google Shape;25;p3">
            <a:extLst>
              <a:ext uri="{FF2B5EF4-FFF2-40B4-BE49-F238E27FC236}">
                <a16:creationId xmlns:a16="http://schemas.microsoft.com/office/drawing/2014/main" id="{5ECEB537-7C95-4947-A109-BCAA47AB3AAD}"/>
              </a:ext>
            </a:extLst>
          </p:cNvPr>
          <p:cNvSpPr>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oAutofit/>
          </a:bodyPr>
          <a:lstStyle>
            <a:lvl1pPr algn="l">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a:endParaRPr/>
          </a:p>
        </p:txBody>
      </p:sp>
      <p:sp>
        <p:nvSpPr>
          <p:cNvPr id="26" name="Google Shape;26;p3">
            <a:extLst>
              <a:ext uri="{FF2B5EF4-FFF2-40B4-BE49-F238E27FC236}">
                <a16:creationId xmlns:a16="http://schemas.microsoft.com/office/drawing/2014/main" id="{A9D6B12A-3D65-448E-9A2C-D0B0473537E5}"/>
              </a:ext>
            </a:extLst>
          </p:cNvPr>
          <p:cNvSpPr>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oAutofit/>
          </a:bodyPr>
          <a:lstStyle>
            <a:lvl1pPr algn="ctr">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a:endParaRPr/>
          </a:p>
        </p:txBody>
      </p:sp>
      <p:sp>
        <p:nvSpPr>
          <p:cNvPr id="27" name="Google Shape;27;p3">
            <a:extLst>
              <a:ext uri="{FF2B5EF4-FFF2-40B4-BE49-F238E27FC236}">
                <a16:creationId xmlns:a16="http://schemas.microsoft.com/office/drawing/2014/main" id="{C1EEF98B-5B5C-453A-A62F-3F76FDDC1EC2}"/>
              </a:ext>
            </a:extLst>
          </p:cNvPr>
          <p:cNvSpPr>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oAutofit/>
          </a:bodyPr>
          <a:lstStyle>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TITLE">
    <p:spTree>
      <p:nvGrpSpPr>
        <p:cNvPr id="1" name=""/>
        <p:cNvGrpSpPr/>
        <p:nvPr/>
      </p:nvGrpSpPr>
      <p:grpSpPr>
        <a:xfrm>
          <a:off x="0" y="0"/>
          <a:ext cx="0" cy="0"/>
          <a:chOff x="0" y="0"/>
          <a:chExt cx="0" cy="0"/>
        </a:xfrm>
      </p:grpSpPr>
      <p:sp>
        <p:nvSpPr>
          <p:cNvPr id="18" name="Google Shape;18;p2">
            <a:extLst>
              <a:ext uri="{FF2B5EF4-FFF2-40B4-BE49-F238E27FC236}">
                <a16:creationId xmlns:a16="http://schemas.microsoft.com/office/drawing/2014/main" id="{1E3D08C3-1F3B-4684-ABD7-217E1CB046A5}"/>
              </a:ext>
            </a:extLst>
          </p:cNvPr>
          <p:cNvSpPr>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ormAutofit/>
          </a:bodyPr>
          <a:lstStyle>
            <a:lvl1pPr algn="ctr">
              <a:lnSpc>
                <a:spcPct val="90000"/>
              </a:lnSpc>
              <a:spcBef>
                <a:spcPts val="1000"/>
              </a:spcBef>
              <a:spcAft>
                <a:spcPts val="0"/>
              </a:spcAft>
              <a:buNone/>
              <a:defRPr sz="2400"/>
            </a:lvl1pPr>
            <a:lvl2pPr algn="ctr">
              <a:lnSpc>
                <a:spcPct val="90000"/>
              </a:lnSpc>
              <a:spcBef>
                <a:spcPts val="500"/>
              </a:spcBef>
              <a:spcAft>
                <a:spcPts val="0"/>
              </a:spcAft>
              <a:buNone/>
              <a:defRPr sz="2000"/>
            </a:lvl2pPr>
            <a:lvl3pPr algn="ctr">
              <a:lnSpc>
                <a:spcPct val="90000"/>
              </a:lnSpc>
              <a:spcBef>
                <a:spcPts val="500"/>
              </a:spcBef>
              <a:spcAft>
                <a:spcPts val="0"/>
              </a:spcAft>
              <a:buNone/>
              <a:defRPr sz="1800"/>
            </a:lvl3pPr>
            <a:lvl4pPr algn="ctr">
              <a:lnSpc>
                <a:spcPct val="90000"/>
              </a:lnSpc>
              <a:spcBef>
                <a:spcPts val="500"/>
              </a:spcBef>
              <a:spcAft>
                <a:spcPts val="0"/>
              </a:spcAft>
              <a:buNone/>
              <a:defRPr sz="1600"/>
            </a:lvl4pPr>
            <a:lvl5pPr algn="ctr">
              <a:lnSpc>
                <a:spcPct val="90000"/>
              </a:lnSpc>
              <a:spcBef>
                <a:spcPts val="500"/>
              </a:spcBef>
              <a:spcAft>
                <a:spcPts val="0"/>
              </a:spcAft>
              <a:buNone/>
              <a:defRPr sz="1600"/>
            </a:lvl5pPr>
            <a:lvl6pPr algn="ctr">
              <a:lnSpc>
                <a:spcPct val="90000"/>
              </a:lnSpc>
              <a:spcBef>
                <a:spcPts val="500"/>
              </a:spcBef>
              <a:spcAft>
                <a:spcPts val="0"/>
              </a:spcAft>
              <a:buNone/>
              <a:defRPr sz="1600"/>
            </a:lvl6pPr>
            <a:lvl7pPr algn="ctr">
              <a:lnSpc>
                <a:spcPct val="90000"/>
              </a:lnSpc>
              <a:spcBef>
                <a:spcPts val="500"/>
              </a:spcBef>
              <a:spcAft>
                <a:spcPts val="0"/>
              </a:spcAft>
              <a:buNone/>
              <a:defRPr sz="1600"/>
            </a:lvl7pPr>
            <a:lvl8pPr algn="ctr">
              <a:lnSpc>
                <a:spcPct val="90000"/>
              </a:lnSpc>
              <a:spcBef>
                <a:spcPts val="500"/>
              </a:spcBef>
              <a:spcAft>
                <a:spcPts val="0"/>
              </a:spcAft>
              <a:buNone/>
              <a:defRPr sz="1600"/>
            </a:lvl8pPr>
            <a:lvl9pPr algn="ctr">
              <a:lnSpc>
                <a:spcPct val="90000"/>
              </a:lnSpc>
              <a:spcBef>
                <a:spcPts val="500"/>
              </a:spcBef>
              <a:spcAft>
                <a:spcPts val="0"/>
              </a:spcAft>
              <a:buNone/>
              <a:defRPr sz="1600"/>
            </a:lvl9pPr>
          </a:lstStyle>
          <a:p>
            <a:endParaRPr/>
          </a:p>
        </p:txBody>
      </p:sp>
      <p:sp>
        <p:nvSpPr>
          <p:cNvPr id="6" name="日期占位符 5">
            <a:extLst>
              <a:ext uri="{FF2B5EF4-FFF2-40B4-BE49-F238E27FC236}">
                <a16:creationId xmlns:a16="http://schemas.microsoft.com/office/drawing/2014/main" id="{BD663CB9-F9F2-C960-00F8-4D515E6D27EA}"/>
              </a:ext>
            </a:extLst>
          </p:cNvPr>
          <p:cNvSpPr>
            <a:spLocks noGrp="1"/>
          </p:cNvSpPr>
          <p:nvPr>
            <p:ph type="dt" idx="10"/>
          </p:nvPr>
        </p:nvSpPr>
        <p:spPr/>
        <p:txBody>
          <a:bodyPr/>
          <a:lstStyle/>
          <a:p>
            <a:endParaRPr lang="zh-CN" altLang="en-US"/>
          </a:p>
        </p:txBody>
      </p:sp>
      <p:sp>
        <p:nvSpPr>
          <p:cNvPr id="7" name="页脚占位符 6">
            <a:extLst>
              <a:ext uri="{FF2B5EF4-FFF2-40B4-BE49-F238E27FC236}">
                <a16:creationId xmlns:a16="http://schemas.microsoft.com/office/drawing/2014/main" id="{B05A2A85-3DB5-F782-4C3E-273B76090CFC}"/>
              </a:ext>
            </a:extLst>
          </p:cNvPr>
          <p:cNvSpPr>
            <a:spLocks noGrp="1"/>
          </p:cNvSpPr>
          <p:nvPr>
            <p:ph type="ftr" idx="11"/>
          </p:nvPr>
        </p:nvSpPr>
        <p:spPr/>
        <p:txBody>
          <a:bodyPr/>
          <a:lstStyle/>
          <a:p>
            <a:endParaRPr lang="zh-CN" altLang="en-US"/>
          </a:p>
        </p:txBody>
      </p:sp>
      <p:sp>
        <p:nvSpPr>
          <p:cNvPr id="8" name="灯片编号占位符 7">
            <a:extLst>
              <a:ext uri="{FF2B5EF4-FFF2-40B4-BE49-F238E27FC236}">
                <a16:creationId xmlns:a16="http://schemas.microsoft.com/office/drawing/2014/main" id="{AF94490E-0E8D-3105-4FA2-411849D4A811}"/>
              </a:ext>
            </a:extLst>
          </p:cNvPr>
          <p:cNvSpPr>
            <a:spLocks noGrp="1"/>
          </p:cNvSpPr>
          <p:nvPr>
            <p:ph type="sldNum" idx="12"/>
          </p:nvPr>
        </p:nvSpPr>
        <p:spPr>
          <a:xfrm>
            <a:off x="8610600" y="6356350"/>
            <a:ext cx="2743200" cy="365125"/>
          </a:xfrm>
          <a:prstGeom prst="rect">
            <a:avLst/>
          </a:prstGeom>
        </p:spPr>
        <p:txBody>
          <a:bodyPr/>
          <a:lstStyle/>
          <a:p>
            <a:r>
              <a:rPr lang="en-US" altLang="zh-CN" dirty="0"/>
              <a:t>1</a:t>
            </a:r>
            <a:endParaRPr lang="zh-CN"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_ONLY">
    <p:spTree>
      <p:nvGrpSpPr>
        <p:cNvPr id="1" name=""/>
        <p:cNvGrpSpPr/>
        <p:nvPr/>
      </p:nvGrpSpPr>
      <p:grpSpPr>
        <a:xfrm>
          <a:off x="0" y="0"/>
          <a:ext cx="0" cy="0"/>
          <a:chOff x="0" y="0"/>
          <a:chExt cx="0" cy="0"/>
        </a:xfrm>
      </p:grpSpPr>
      <p:sp>
        <p:nvSpPr>
          <p:cNvPr id="51" name="Google Shape;51;p7">
            <a:extLst>
              <a:ext uri="{FF2B5EF4-FFF2-40B4-BE49-F238E27FC236}">
                <a16:creationId xmlns:a16="http://schemas.microsoft.com/office/drawing/2014/main" id="{B43E7D66-8883-410D-BB60-3BEE991083E9}"/>
              </a:ext>
            </a:extLst>
          </p:cNvPr>
          <p:cNvSpPr>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ormAutofit/>
          </a:bodyPr>
          <a:lstStyle>
            <a:lvl1pPr algn="l">
              <a:lnSpc>
                <a:spcPct val="90000"/>
              </a:lnSpc>
              <a:spcBef>
                <a:spcPts val="0"/>
              </a:spcBef>
              <a:spcAft>
                <a:spcPts val="0"/>
              </a:spcAft>
              <a:buNone/>
              <a:defRPr/>
            </a:lvl1pPr>
            <a:lvl2pPr>
              <a:spcBef>
                <a:spcPts val="0"/>
              </a:spcBef>
              <a:spcAft>
                <a:spcPts val="0"/>
              </a:spcAft>
              <a:buNone/>
              <a:defRPr/>
            </a:lvl2pPr>
            <a:lvl3pPr>
              <a:spcBef>
                <a:spcPts val="0"/>
              </a:spcBef>
              <a:spcAft>
                <a:spcPts val="0"/>
              </a:spcAft>
              <a:buNone/>
              <a:defRPr/>
            </a:lvl3pPr>
            <a:lvl4pPr>
              <a:spcBef>
                <a:spcPts val="0"/>
              </a:spcBef>
              <a:spcAft>
                <a:spcPts val="0"/>
              </a:spcAft>
              <a:buNone/>
              <a:defRPr/>
            </a:lvl4pPr>
            <a:lvl5pPr>
              <a:spcBef>
                <a:spcPts val="0"/>
              </a:spcBef>
              <a:spcAft>
                <a:spcPts val="0"/>
              </a:spcAft>
              <a:buNone/>
              <a:defRPr/>
            </a:lvl5pPr>
            <a:lvl6pPr>
              <a:spcBef>
                <a:spcPts val="0"/>
              </a:spcBef>
              <a:spcAft>
                <a:spcPts val="0"/>
              </a:spcAft>
              <a:buNone/>
              <a:defRPr/>
            </a:lvl6pPr>
            <a:lvl7pPr>
              <a:spcBef>
                <a:spcPts val="0"/>
              </a:spcBef>
              <a:spcAft>
                <a:spcPts val="0"/>
              </a:spcAft>
              <a:buNone/>
              <a:defRPr/>
            </a:lvl7pPr>
            <a:lvl8pPr>
              <a:spcBef>
                <a:spcPts val="0"/>
              </a:spcBef>
              <a:spcAft>
                <a:spcPts val="0"/>
              </a:spcAft>
              <a:buNone/>
              <a:defRPr/>
            </a:lvl8pPr>
            <a:lvl9pPr>
              <a:spcBef>
                <a:spcPts val="0"/>
              </a:spcBef>
              <a:spcAft>
                <a:spcPts val="0"/>
              </a:spcAft>
              <a:buNone/>
              <a:defRPr/>
            </a:lvl9pPr>
          </a:lstStyle>
          <a:p>
            <a:endParaRPr/>
          </a:p>
        </p:txBody>
      </p:sp>
      <p:sp>
        <p:nvSpPr>
          <p:cNvPr id="52" name="Google Shape;52;p7">
            <a:extLst>
              <a:ext uri="{FF2B5EF4-FFF2-40B4-BE49-F238E27FC236}">
                <a16:creationId xmlns:a16="http://schemas.microsoft.com/office/drawing/2014/main" id="{E3C1C694-03DD-4B0F-836D-1E7BDC97DD13}"/>
              </a:ext>
            </a:extLst>
          </p:cNvPr>
          <p:cNvSpPr>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oAutofit/>
          </a:bodyPr>
          <a:lstStyle>
            <a:lvl1pPr algn="l">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a:endParaRPr/>
          </a:p>
        </p:txBody>
      </p:sp>
      <p:sp>
        <p:nvSpPr>
          <p:cNvPr id="53" name="Google Shape;53;p7">
            <a:extLst>
              <a:ext uri="{FF2B5EF4-FFF2-40B4-BE49-F238E27FC236}">
                <a16:creationId xmlns:a16="http://schemas.microsoft.com/office/drawing/2014/main" id="{6A22B4D7-8F56-4721-9C56-7ABF8A58B309}"/>
              </a:ext>
            </a:extLst>
          </p:cNvPr>
          <p:cNvSpPr>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oAutofit/>
          </a:bodyPr>
          <a:lstStyle>
            <a:lvl1pPr algn="ctr">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a:endParaRPr/>
          </a:p>
        </p:txBody>
      </p:sp>
      <p:sp>
        <p:nvSpPr>
          <p:cNvPr id="54" name="Google Shape;54;p7">
            <a:extLst>
              <a:ext uri="{FF2B5EF4-FFF2-40B4-BE49-F238E27FC236}">
                <a16:creationId xmlns:a16="http://schemas.microsoft.com/office/drawing/2014/main" id="{C9B89E4E-86C4-4166-94C0-B187DAF7D947}"/>
              </a:ext>
            </a:extLst>
          </p:cNvPr>
          <p:cNvSpPr>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oAutofit/>
          </a:bodyPr>
          <a:lstStyle>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vertTitleAndTx">
  <p:cSld name="VERTICAL_TITLE_AND_VERTICAL_TEXT">
    <p:spTree>
      <p:nvGrpSpPr>
        <p:cNvPr id="1" name=""/>
        <p:cNvGrpSpPr/>
        <p:nvPr/>
      </p:nvGrpSpPr>
      <p:grpSpPr>
        <a:xfrm>
          <a:off x="0" y="0"/>
          <a:ext cx="0" cy="0"/>
          <a:chOff x="0" y="0"/>
          <a:chExt cx="0" cy="0"/>
        </a:xfrm>
      </p:grpSpPr>
      <p:sp>
        <p:nvSpPr>
          <p:cNvPr id="80" name="Google Shape;80;p12">
            <a:extLst>
              <a:ext uri="{FF2B5EF4-FFF2-40B4-BE49-F238E27FC236}">
                <a16:creationId xmlns:a16="http://schemas.microsoft.com/office/drawing/2014/main" id="{E898F89A-B423-4500-BA1C-BACF620561BE}"/>
              </a:ext>
            </a:extLst>
          </p:cNvPr>
          <p:cNvSpPr>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ormAutofit/>
          </a:bodyPr>
          <a:lstStyle>
            <a:lvl1pPr algn="l">
              <a:lnSpc>
                <a:spcPct val="90000"/>
              </a:lnSpc>
              <a:spcBef>
                <a:spcPts val="0"/>
              </a:spcBef>
              <a:spcAft>
                <a:spcPts val="0"/>
              </a:spcAft>
              <a:buNone/>
              <a:defRPr/>
            </a:lvl1pPr>
            <a:lvl2pPr>
              <a:spcBef>
                <a:spcPts val="0"/>
              </a:spcBef>
              <a:spcAft>
                <a:spcPts val="0"/>
              </a:spcAft>
              <a:buNone/>
              <a:defRPr/>
            </a:lvl2pPr>
            <a:lvl3pPr>
              <a:spcBef>
                <a:spcPts val="0"/>
              </a:spcBef>
              <a:spcAft>
                <a:spcPts val="0"/>
              </a:spcAft>
              <a:buNone/>
              <a:defRPr/>
            </a:lvl3pPr>
            <a:lvl4pPr>
              <a:spcBef>
                <a:spcPts val="0"/>
              </a:spcBef>
              <a:spcAft>
                <a:spcPts val="0"/>
              </a:spcAft>
              <a:buNone/>
              <a:defRPr/>
            </a:lvl4pPr>
            <a:lvl5pPr>
              <a:spcBef>
                <a:spcPts val="0"/>
              </a:spcBef>
              <a:spcAft>
                <a:spcPts val="0"/>
              </a:spcAft>
              <a:buNone/>
              <a:defRPr/>
            </a:lvl5pPr>
            <a:lvl6pPr>
              <a:spcBef>
                <a:spcPts val="0"/>
              </a:spcBef>
              <a:spcAft>
                <a:spcPts val="0"/>
              </a:spcAft>
              <a:buNone/>
              <a:defRPr/>
            </a:lvl6pPr>
            <a:lvl7pPr>
              <a:spcBef>
                <a:spcPts val="0"/>
              </a:spcBef>
              <a:spcAft>
                <a:spcPts val="0"/>
              </a:spcAft>
              <a:buNone/>
              <a:defRPr/>
            </a:lvl7pPr>
            <a:lvl8pPr>
              <a:spcBef>
                <a:spcPts val="0"/>
              </a:spcBef>
              <a:spcAft>
                <a:spcPts val="0"/>
              </a:spcAft>
              <a:buNone/>
              <a:defRPr/>
            </a:lvl8pPr>
            <a:lvl9pPr>
              <a:spcBef>
                <a:spcPts val="0"/>
              </a:spcBef>
              <a:spcAft>
                <a:spcPts val="0"/>
              </a:spcAft>
              <a:buNone/>
              <a:defRPr/>
            </a:lvl9pPr>
          </a:lstStyle>
          <a:p>
            <a:endParaRPr/>
          </a:p>
        </p:txBody>
      </p:sp>
      <p:sp>
        <p:nvSpPr>
          <p:cNvPr id="81" name="Google Shape;81;p12">
            <a:extLst>
              <a:ext uri="{FF2B5EF4-FFF2-40B4-BE49-F238E27FC236}">
                <a16:creationId xmlns:a16="http://schemas.microsoft.com/office/drawing/2014/main" id="{4C452A2A-E910-4D43-8C3E-89DCCD8998CF}"/>
              </a:ext>
            </a:extLst>
          </p:cNvPr>
          <p:cNvSpPr>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ormAutofit/>
          </a:bodyPr>
          <a:lstStyle>
            <a:lvl1pPr marL="457200" indent="-342900" algn="l">
              <a:lnSpc>
                <a:spcPct val="90000"/>
              </a:lnSpc>
              <a:spcBef>
                <a:spcPts val="1000"/>
              </a:spcBef>
              <a:spcAft>
                <a:spcPts val="0"/>
              </a:spcAft>
              <a:buChar char="•"/>
              <a:defRPr/>
            </a:lvl1pPr>
            <a:lvl2pPr marL="914400" indent="-342900" algn="l">
              <a:lnSpc>
                <a:spcPct val="90000"/>
              </a:lnSpc>
              <a:spcBef>
                <a:spcPts val="500"/>
              </a:spcBef>
              <a:spcAft>
                <a:spcPts val="0"/>
              </a:spcAft>
              <a:buChar char="•"/>
              <a:defRPr/>
            </a:lvl2pPr>
            <a:lvl3pPr marL="1371600" indent="-342900" algn="l">
              <a:lnSpc>
                <a:spcPct val="90000"/>
              </a:lnSpc>
              <a:spcBef>
                <a:spcPts val="500"/>
              </a:spcBef>
              <a:spcAft>
                <a:spcPts val="0"/>
              </a:spcAft>
              <a:buChar char="•"/>
              <a:defRPr/>
            </a:lvl3pPr>
            <a:lvl4pPr marL="1828800" indent="-342900" algn="l">
              <a:lnSpc>
                <a:spcPct val="90000"/>
              </a:lnSpc>
              <a:spcBef>
                <a:spcPts val="500"/>
              </a:spcBef>
              <a:spcAft>
                <a:spcPts val="0"/>
              </a:spcAft>
              <a:buChar char="•"/>
              <a:defRPr/>
            </a:lvl4pPr>
            <a:lvl5pPr marL="2286000" indent="-342900" algn="l">
              <a:lnSpc>
                <a:spcPct val="90000"/>
              </a:lnSpc>
              <a:spcBef>
                <a:spcPts val="500"/>
              </a:spcBef>
              <a:spcAft>
                <a:spcPts val="0"/>
              </a:spcAft>
              <a:buChar char="•"/>
              <a:defRPr/>
            </a:lvl5pPr>
            <a:lvl6pPr marL="2743200" indent="-342900" algn="l">
              <a:lnSpc>
                <a:spcPct val="90000"/>
              </a:lnSpc>
              <a:spcBef>
                <a:spcPts val="500"/>
              </a:spcBef>
              <a:spcAft>
                <a:spcPts val="0"/>
              </a:spcAft>
              <a:buChar char="•"/>
              <a:defRPr/>
            </a:lvl6pPr>
            <a:lvl7pPr marL="3200400" indent="-342900" algn="l">
              <a:lnSpc>
                <a:spcPct val="90000"/>
              </a:lnSpc>
              <a:spcBef>
                <a:spcPts val="500"/>
              </a:spcBef>
              <a:spcAft>
                <a:spcPts val="0"/>
              </a:spcAft>
              <a:buChar char="•"/>
              <a:defRPr/>
            </a:lvl7pPr>
            <a:lvl8pPr marL="3657600" indent="-342900" algn="l">
              <a:lnSpc>
                <a:spcPct val="90000"/>
              </a:lnSpc>
              <a:spcBef>
                <a:spcPts val="500"/>
              </a:spcBef>
              <a:spcAft>
                <a:spcPts val="0"/>
              </a:spcAft>
              <a:buChar char="•"/>
              <a:defRPr/>
            </a:lvl8pPr>
            <a:lvl9pPr marL="4114800" indent="-342900" algn="l">
              <a:lnSpc>
                <a:spcPct val="90000"/>
              </a:lnSpc>
              <a:spcBef>
                <a:spcPts val="500"/>
              </a:spcBef>
              <a:spcAft>
                <a:spcPts val="0"/>
              </a:spcAft>
              <a:buChar char="•"/>
              <a:defRPr/>
            </a:lvl9pPr>
          </a:lstStyle>
          <a:p>
            <a:endParaRPr/>
          </a:p>
        </p:txBody>
      </p:sp>
      <p:sp>
        <p:nvSpPr>
          <p:cNvPr id="82" name="Google Shape;82;p12">
            <a:extLst>
              <a:ext uri="{FF2B5EF4-FFF2-40B4-BE49-F238E27FC236}">
                <a16:creationId xmlns:a16="http://schemas.microsoft.com/office/drawing/2014/main" id="{1AC1EECE-65E3-432B-BA6B-000885694704}"/>
              </a:ext>
            </a:extLst>
          </p:cNvPr>
          <p:cNvSpPr>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oAutofit/>
          </a:bodyPr>
          <a:lstStyle>
            <a:lvl1pPr algn="l">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a:endParaRPr/>
          </a:p>
        </p:txBody>
      </p:sp>
      <p:sp>
        <p:nvSpPr>
          <p:cNvPr id="83" name="Google Shape;83;p12">
            <a:extLst>
              <a:ext uri="{FF2B5EF4-FFF2-40B4-BE49-F238E27FC236}">
                <a16:creationId xmlns:a16="http://schemas.microsoft.com/office/drawing/2014/main" id="{8D07D1FB-51D4-4F50-A43B-B15E2332E073}"/>
              </a:ext>
            </a:extLst>
          </p:cNvPr>
          <p:cNvSpPr>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oAutofit/>
          </a:bodyPr>
          <a:lstStyle>
            <a:lvl1pPr algn="ctr">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a:endParaRPr/>
          </a:p>
        </p:txBody>
      </p:sp>
      <p:sp>
        <p:nvSpPr>
          <p:cNvPr id="84" name="Google Shape;84;p12">
            <a:extLst>
              <a:ext uri="{FF2B5EF4-FFF2-40B4-BE49-F238E27FC236}">
                <a16:creationId xmlns:a16="http://schemas.microsoft.com/office/drawing/2014/main" id="{F21AE7E0-9D69-4D46-A803-067A936C9A65}"/>
              </a:ext>
            </a:extLst>
          </p:cNvPr>
          <p:cNvSpPr>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oAutofit/>
          </a:bodyPr>
          <a:lstStyle>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cSld name="TWO_OBJECTS_WITH_TEXT">
    <p:spTree>
      <p:nvGrpSpPr>
        <p:cNvPr id="1" name=""/>
        <p:cNvGrpSpPr/>
        <p:nvPr/>
      </p:nvGrpSpPr>
      <p:grpSpPr>
        <a:xfrm>
          <a:off x="0" y="0"/>
          <a:ext cx="0" cy="0"/>
          <a:chOff x="0" y="0"/>
          <a:chExt cx="0" cy="0"/>
        </a:xfrm>
      </p:grpSpPr>
      <p:sp>
        <p:nvSpPr>
          <p:cNvPr id="42" name="Google Shape;42;p6">
            <a:extLst>
              <a:ext uri="{FF2B5EF4-FFF2-40B4-BE49-F238E27FC236}">
                <a16:creationId xmlns:a16="http://schemas.microsoft.com/office/drawing/2014/main" id="{C9DBA4A2-40EA-407C-82AE-6EDD298E55C0}"/>
              </a:ext>
            </a:extLst>
          </p:cNvPr>
          <p:cNvSpPr>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ormAutofit/>
          </a:bodyPr>
          <a:lstStyle>
            <a:lvl1pPr algn="l">
              <a:lnSpc>
                <a:spcPct val="90000"/>
              </a:lnSpc>
              <a:spcBef>
                <a:spcPts val="0"/>
              </a:spcBef>
              <a:spcAft>
                <a:spcPts val="0"/>
              </a:spcAft>
              <a:buNone/>
              <a:defRPr/>
            </a:lvl1pPr>
            <a:lvl2pPr>
              <a:spcBef>
                <a:spcPts val="0"/>
              </a:spcBef>
              <a:spcAft>
                <a:spcPts val="0"/>
              </a:spcAft>
              <a:buNone/>
              <a:defRPr/>
            </a:lvl2pPr>
            <a:lvl3pPr>
              <a:spcBef>
                <a:spcPts val="0"/>
              </a:spcBef>
              <a:spcAft>
                <a:spcPts val="0"/>
              </a:spcAft>
              <a:buNone/>
              <a:defRPr/>
            </a:lvl3pPr>
            <a:lvl4pPr>
              <a:spcBef>
                <a:spcPts val="0"/>
              </a:spcBef>
              <a:spcAft>
                <a:spcPts val="0"/>
              </a:spcAft>
              <a:buNone/>
              <a:defRPr/>
            </a:lvl4pPr>
            <a:lvl5pPr>
              <a:spcBef>
                <a:spcPts val="0"/>
              </a:spcBef>
              <a:spcAft>
                <a:spcPts val="0"/>
              </a:spcAft>
              <a:buNone/>
              <a:defRPr/>
            </a:lvl5pPr>
            <a:lvl6pPr>
              <a:spcBef>
                <a:spcPts val="0"/>
              </a:spcBef>
              <a:spcAft>
                <a:spcPts val="0"/>
              </a:spcAft>
              <a:buNone/>
              <a:defRPr/>
            </a:lvl6pPr>
            <a:lvl7pPr>
              <a:spcBef>
                <a:spcPts val="0"/>
              </a:spcBef>
              <a:spcAft>
                <a:spcPts val="0"/>
              </a:spcAft>
              <a:buNone/>
              <a:defRPr/>
            </a:lvl7pPr>
            <a:lvl8pPr>
              <a:spcBef>
                <a:spcPts val="0"/>
              </a:spcBef>
              <a:spcAft>
                <a:spcPts val="0"/>
              </a:spcAft>
              <a:buNone/>
              <a:defRPr/>
            </a:lvl8pPr>
            <a:lvl9pPr>
              <a:spcBef>
                <a:spcPts val="0"/>
              </a:spcBef>
              <a:spcAft>
                <a:spcPts val="0"/>
              </a:spcAft>
              <a:buNone/>
              <a:defRPr/>
            </a:lvl9pPr>
          </a:lstStyle>
          <a:p>
            <a:endParaRPr/>
          </a:p>
        </p:txBody>
      </p:sp>
      <p:sp>
        <p:nvSpPr>
          <p:cNvPr id="43" name="Google Shape;43;p6">
            <a:extLst>
              <a:ext uri="{FF2B5EF4-FFF2-40B4-BE49-F238E27FC236}">
                <a16:creationId xmlns:a16="http://schemas.microsoft.com/office/drawing/2014/main" id="{55F467D6-894B-46A4-858C-4096D132FE7C}"/>
              </a:ext>
            </a:extLst>
          </p:cNvPr>
          <p:cNvSpPr>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ormAutofit/>
          </a:bodyPr>
          <a:lstStyle>
            <a:lvl1pPr marL="457200" indent="-228600" algn="l">
              <a:lnSpc>
                <a:spcPct val="90000"/>
              </a:lnSpc>
              <a:spcBef>
                <a:spcPts val="1000"/>
              </a:spcBef>
              <a:spcAft>
                <a:spcPts val="0"/>
              </a:spcAft>
              <a:buNone/>
              <a:defRPr sz="2400" b="1"/>
            </a:lvl1pPr>
            <a:lvl2pPr marL="914400" indent="-228600" algn="l">
              <a:lnSpc>
                <a:spcPct val="90000"/>
              </a:lnSpc>
              <a:spcBef>
                <a:spcPts val="500"/>
              </a:spcBef>
              <a:spcAft>
                <a:spcPts val="0"/>
              </a:spcAft>
              <a:buNone/>
              <a:defRPr sz="2000" b="1"/>
            </a:lvl2pPr>
            <a:lvl3pPr marL="1371600" indent="-228600" algn="l">
              <a:lnSpc>
                <a:spcPct val="90000"/>
              </a:lnSpc>
              <a:spcBef>
                <a:spcPts val="500"/>
              </a:spcBef>
              <a:spcAft>
                <a:spcPts val="0"/>
              </a:spcAft>
              <a:buNone/>
              <a:defRPr sz="1800" b="1"/>
            </a:lvl3pPr>
            <a:lvl4pPr marL="1828800" indent="-228600" algn="l">
              <a:lnSpc>
                <a:spcPct val="90000"/>
              </a:lnSpc>
              <a:spcBef>
                <a:spcPts val="500"/>
              </a:spcBef>
              <a:spcAft>
                <a:spcPts val="0"/>
              </a:spcAft>
              <a:buNone/>
              <a:defRPr sz="1600" b="1"/>
            </a:lvl4pPr>
            <a:lvl5pPr marL="2286000" indent="-228600" algn="l">
              <a:lnSpc>
                <a:spcPct val="90000"/>
              </a:lnSpc>
              <a:spcBef>
                <a:spcPts val="500"/>
              </a:spcBef>
              <a:spcAft>
                <a:spcPts val="0"/>
              </a:spcAft>
              <a:buNone/>
              <a:defRPr sz="1600" b="1"/>
            </a:lvl5pPr>
            <a:lvl6pPr marL="2743200" indent="-228600" algn="l">
              <a:lnSpc>
                <a:spcPct val="90000"/>
              </a:lnSpc>
              <a:spcBef>
                <a:spcPts val="500"/>
              </a:spcBef>
              <a:spcAft>
                <a:spcPts val="0"/>
              </a:spcAft>
              <a:buNone/>
              <a:defRPr sz="1600" b="1"/>
            </a:lvl6pPr>
            <a:lvl7pPr marL="3200400" indent="-228600" algn="l">
              <a:lnSpc>
                <a:spcPct val="90000"/>
              </a:lnSpc>
              <a:spcBef>
                <a:spcPts val="500"/>
              </a:spcBef>
              <a:spcAft>
                <a:spcPts val="0"/>
              </a:spcAft>
              <a:buNone/>
              <a:defRPr sz="1600" b="1"/>
            </a:lvl7pPr>
            <a:lvl8pPr marL="3657600" indent="-228600" algn="l">
              <a:lnSpc>
                <a:spcPct val="90000"/>
              </a:lnSpc>
              <a:spcBef>
                <a:spcPts val="500"/>
              </a:spcBef>
              <a:spcAft>
                <a:spcPts val="0"/>
              </a:spcAft>
              <a:buNone/>
              <a:defRPr sz="1600" b="1"/>
            </a:lvl8pPr>
            <a:lvl9pPr marL="4114800" indent="-228600" algn="l">
              <a:lnSpc>
                <a:spcPct val="90000"/>
              </a:lnSpc>
              <a:spcBef>
                <a:spcPts val="500"/>
              </a:spcBef>
              <a:spcAft>
                <a:spcPts val="0"/>
              </a:spcAft>
              <a:buNone/>
              <a:defRPr sz="1600" b="1"/>
            </a:lvl9pPr>
          </a:lstStyle>
          <a:p>
            <a:endParaRPr/>
          </a:p>
        </p:txBody>
      </p:sp>
      <p:sp>
        <p:nvSpPr>
          <p:cNvPr id="44" name="Google Shape;44;p6">
            <a:extLst>
              <a:ext uri="{FF2B5EF4-FFF2-40B4-BE49-F238E27FC236}">
                <a16:creationId xmlns:a16="http://schemas.microsoft.com/office/drawing/2014/main" id="{FEC383E4-D866-485D-92F3-06BCCC4D9308}"/>
              </a:ext>
            </a:extLst>
          </p:cNvPr>
          <p:cNvSpPr>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ormAutofit/>
          </a:bodyPr>
          <a:lstStyle>
            <a:lvl1pPr marL="457200" indent="-342900" algn="l">
              <a:lnSpc>
                <a:spcPct val="90000"/>
              </a:lnSpc>
              <a:spcBef>
                <a:spcPts val="1000"/>
              </a:spcBef>
              <a:spcAft>
                <a:spcPts val="0"/>
              </a:spcAft>
              <a:buChar char="•"/>
              <a:defRPr/>
            </a:lvl1pPr>
            <a:lvl2pPr marL="914400" indent="-342900" algn="l">
              <a:lnSpc>
                <a:spcPct val="90000"/>
              </a:lnSpc>
              <a:spcBef>
                <a:spcPts val="500"/>
              </a:spcBef>
              <a:spcAft>
                <a:spcPts val="0"/>
              </a:spcAft>
              <a:buChar char="•"/>
              <a:defRPr/>
            </a:lvl2pPr>
            <a:lvl3pPr marL="1371600" indent="-342900" algn="l">
              <a:lnSpc>
                <a:spcPct val="90000"/>
              </a:lnSpc>
              <a:spcBef>
                <a:spcPts val="500"/>
              </a:spcBef>
              <a:spcAft>
                <a:spcPts val="0"/>
              </a:spcAft>
              <a:buChar char="•"/>
              <a:defRPr/>
            </a:lvl3pPr>
            <a:lvl4pPr marL="1828800" indent="-342900" algn="l">
              <a:lnSpc>
                <a:spcPct val="90000"/>
              </a:lnSpc>
              <a:spcBef>
                <a:spcPts val="500"/>
              </a:spcBef>
              <a:spcAft>
                <a:spcPts val="0"/>
              </a:spcAft>
              <a:buChar char="•"/>
              <a:defRPr/>
            </a:lvl4pPr>
            <a:lvl5pPr marL="2286000" indent="-342900" algn="l">
              <a:lnSpc>
                <a:spcPct val="90000"/>
              </a:lnSpc>
              <a:spcBef>
                <a:spcPts val="500"/>
              </a:spcBef>
              <a:spcAft>
                <a:spcPts val="0"/>
              </a:spcAft>
              <a:buChar char="•"/>
              <a:defRPr/>
            </a:lvl5pPr>
            <a:lvl6pPr marL="2743200" indent="-342900" algn="l">
              <a:lnSpc>
                <a:spcPct val="90000"/>
              </a:lnSpc>
              <a:spcBef>
                <a:spcPts val="500"/>
              </a:spcBef>
              <a:spcAft>
                <a:spcPts val="0"/>
              </a:spcAft>
              <a:buChar char="•"/>
              <a:defRPr/>
            </a:lvl6pPr>
            <a:lvl7pPr marL="3200400" indent="-342900" algn="l">
              <a:lnSpc>
                <a:spcPct val="90000"/>
              </a:lnSpc>
              <a:spcBef>
                <a:spcPts val="500"/>
              </a:spcBef>
              <a:spcAft>
                <a:spcPts val="0"/>
              </a:spcAft>
              <a:buChar char="•"/>
              <a:defRPr/>
            </a:lvl7pPr>
            <a:lvl8pPr marL="3657600" indent="-342900" algn="l">
              <a:lnSpc>
                <a:spcPct val="90000"/>
              </a:lnSpc>
              <a:spcBef>
                <a:spcPts val="500"/>
              </a:spcBef>
              <a:spcAft>
                <a:spcPts val="0"/>
              </a:spcAft>
              <a:buChar char="•"/>
              <a:defRPr/>
            </a:lvl8pPr>
            <a:lvl9pPr marL="4114800" indent="-342900" algn="l">
              <a:lnSpc>
                <a:spcPct val="90000"/>
              </a:lnSpc>
              <a:spcBef>
                <a:spcPts val="500"/>
              </a:spcBef>
              <a:spcAft>
                <a:spcPts val="0"/>
              </a:spcAft>
              <a:buChar char="•"/>
              <a:defRPr/>
            </a:lvl9pPr>
          </a:lstStyle>
          <a:p>
            <a:endParaRPr/>
          </a:p>
        </p:txBody>
      </p:sp>
      <p:sp>
        <p:nvSpPr>
          <p:cNvPr id="45" name="Google Shape;45;p6">
            <a:extLst>
              <a:ext uri="{FF2B5EF4-FFF2-40B4-BE49-F238E27FC236}">
                <a16:creationId xmlns:a16="http://schemas.microsoft.com/office/drawing/2014/main" id="{72115482-5C4C-41DE-AF06-ECEDCC8E7899}"/>
              </a:ext>
            </a:extLst>
          </p:cNvPr>
          <p:cNvSpPr>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ormAutofit/>
          </a:bodyPr>
          <a:lstStyle>
            <a:lvl1pPr marL="457200" indent="-228600" algn="l">
              <a:lnSpc>
                <a:spcPct val="90000"/>
              </a:lnSpc>
              <a:spcBef>
                <a:spcPts val="1000"/>
              </a:spcBef>
              <a:spcAft>
                <a:spcPts val="0"/>
              </a:spcAft>
              <a:buNone/>
              <a:defRPr sz="2400" b="1"/>
            </a:lvl1pPr>
            <a:lvl2pPr marL="914400" indent="-228600" algn="l">
              <a:lnSpc>
                <a:spcPct val="90000"/>
              </a:lnSpc>
              <a:spcBef>
                <a:spcPts val="500"/>
              </a:spcBef>
              <a:spcAft>
                <a:spcPts val="0"/>
              </a:spcAft>
              <a:buNone/>
              <a:defRPr sz="2000" b="1"/>
            </a:lvl2pPr>
            <a:lvl3pPr marL="1371600" indent="-228600" algn="l">
              <a:lnSpc>
                <a:spcPct val="90000"/>
              </a:lnSpc>
              <a:spcBef>
                <a:spcPts val="500"/>
              </a:spcBef>
              <a:spcAft>
                <a:spcPts val="0"/>
              </a:spcAft>
              <a:buNone/>
              <a:defRPr sz="1800" b="1"/>
            </a:lvl3pPr>
            <a:lvl4pPr marL="1828800" indent="-228600" algn="l">
              <a:lnSpc>
                <a:spcPct val="90000"/>
              </a:lnSpc>
              <a:spcBef>
                <a:spcPts val="500"/>
              </a:spcBef>
              <a:spcAft>
                <a:spcPts val="0"/>
              </a:spcAft>
              <a:buNone/>
              <a:defRPr sz="1600" b="1"/>
            </a:lvl4pPr>
            <a:lvl5pPr marL="2286000" indent="-228600" algn="l">
              <a:lnSpc>
                <a:spcPct val="90000"/>
              </a:lnSpc>
              <a:spcBef>
                <a:spcPts val="500"/>
              </a:spcBef>
              <a:spcAft>
                <a:spcPts val="0"/>
              </a:spcAft>
              <a:buNone/>
              <a:defRPr sz="1600" b="1"/>
            </a:lvl5pPr>
            <a:lvl6pPr marL="2743200" indent="-228600" algn="l">
              <a:lnSpc>
                <a:spcPct val="90000"/>
              </a:lnSpc>
              <a:spcBef>
                <a:spcPts val="500"/>
              </a:spcBef>
              <a:spcAft>
                <a:spcPts val="0"/>
              </a:spcAft>
              <a:buNone/>
              <a:defRPr sz="1600" b="1"/>
            </a:lvl6pPr>
            <a:lvl7pPr marL="3200400" indent="-228600" algn="l">
              <a:lnSpc>
                <a:spcPct val="90000"/>
              </a:lnSpc>
              <a:spcBef>
                <a:spcPts val="500"/>
              </a:spcBef>
              <a:spcAft>
                <a:spcPts val="0"/>
              </a:spcAft>
              <a:buNone/>
              <a:defRPr sz="1600" b="1"/>
            </a:lvl7pPr>
            <a:lvl8pPr marL="3657600" indent="-228600" algn="l">
              <a:lnSpc>
                <a:spcPct val="90000"/>
              </a:lnSpc>
              <a:spcBef>
                <a:spcPts val="500"/>
              </a:spcBef>
              <a:spcAft>
                <a:spcPts val="0"/>
              </a:spcAft>
              <a:buNone/>
              <a:defRPr sz="1600" b="1"/>
            </a:lvl8pPr>
            <a:lvl9pPr marL="4114800" indent="-228600" algn="l">
              <a:lnSpc>
                <a:spcPct val="90000"/>
              </a:lnSpc>
              <a:spcBef>
                <a:spcPts val="500"/>
              </a:spcBef>
              <a:spcAft>
                <a:spcPts val="0"/>
              </a:spcAft>
              <a:buNone/>
              <a:defRPr sz="1600" b="1"/>
            </a:lvl9pPr>
          </a:lstStyle>
          <a:p>
            <a:endParaRPr/>
          </a:p>
        </p:txBody>
      </p:sp>
      <p:sp>
        <p:nvSpPr>
          <p:cNvPr id="46" name="Google Shape;46;p6">
            <a:extLst>
              <a:ext uri="{FF2B5EF4-FFF2-40B4-BE49-F238E27FC236}">
                <a16:creationId xmlns:a16="http://schemas.microsoft.com/office/drawing/2014/main" id="{41EB364F-11C5-43A5-B4DB-CB40D74AC2A1}"/>
              </a:ext>
            </a:extLst>
          </p:cNvPr>
          <p:cNvSpPr>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ormAutofit/>
          </a:bodyPr>
          <a:lstStyle>
            <a:lvl1pPr marL="457200" indent="-342900" algn="l">
              <a:lnSpc>
                <a:spcPct val="90000"/>
              </a:lnSpc>
              <a:spcBef>
                <a:spcPts val="1000"/>
              </a:spcBef>
              <a:spcAft>
                <a:spcPts val="0"/>
              </a:spcAft>
              <a:buChar char="•"/>
              <a:defRPr/>
            </a:lvl1pPr>
            <a:lvl2pPr marL="914400" indent="-342900" algn="l">
              <a:lnSpc>
                <a:spcPct val="90000"/>
              </a:lnSpc>
              <a:spcBef>
                <a:spcPts val="500"/>
              </a:spcBef>
              <a:spcAft>
                <a:spcPts val="0"/>
              </a:spcAft>
              <a:buChar char="•"/>
              <a:defRPr/>
            </a:lvl2pPr>
            <a:lvl3pPr marL="1371600" indent="-342900" algn="l">
              <a:lnSpc>
                <a:spcPct val="90000"/>
              </a:lnSpc>
              <a:spcBef>
                <a:spcPts val="500"/>
              </a:spcBef>
              <a:spcAft>
                <a:spcPts val="0"/>
              </a:spcAft>
              <a:buChar char="•"/>
              <a:defRPr/>
            </a:lvl3pPr>
            <a:lvl4pPr marL="1828800" indent="-342900" algn="l">
              <a:lnSpc>
                <a:spcPct val="90000"/>
              </a:lnSpc>
              <a:spcBef>
                <a:spcPts val="500"/>
              </a:spcBef>
              <a:spcAft>
                <a:spcPts val="0"/>
              </a:spcAft>
              <a:buChar char="•"/>
              <a:defRPr/>
            </a:lvl4pPr>
            <a:lvl5pPr marL="2286000" indent="-342900" algn="l">
              <a:lnSpc>
                <a:spcPct val="90000"/>
              </a:lnSpc>
              <a:spcBef>
                <a:spcPts val="500"/>
              </a:spcBef>
              <a:spcAft>
                <a:spcPts val="0"/>
              </a:spcAft>
              <a:buChar char="•"/>
              <a:defRPr/>
            </a:lvl5pPr>
            <a:lvl6pPr marL="2743200" indent="-342900" algn="l">
              <a:lnSpc>
                <a:spcPct val="90000"/>
              </a:lnSpc>
              <a:spcBef>
                <a:spcPts val="500"/>
              </a:spcBef>
              <a:spcAft>
                <a:spcPts val="0"/>
              </a:spcAft>
              <a:buChar char="•"/>
              <a:defRPr/>
            </a:lvl6pPr>
            <a:lvl7pPr marL="3200400" indent="-342900" algn="l">
              <a:lnSpc>
                <a:spcPct val="90000"/>
              </a:lnSpc>
              <a:spcBef>
                <a:spcPts val="500"/>
              </a:spcBef>
              <a:spcAft>
                <a:spcPts val="0"/>
              </a:spcAft>
              <a:buChar char="•"/>
              <a:defRPr/>
            </a:lvl7pPr>
            <a:lvl8pPr marL="3657600" indent="-342900" algn="l">
              <a:lnSpc>
                <a:spcPct val="90000"/>
              </a:lnSpc>
              <a:spcBef>
                <a:spcPts val="500"/>
              </a:spcBef>
              <a:spcAft>
                <a:spcPts val="0"/>
              </a:spcAft>
              <a:buChar char="•"/>
              <a:defRPr/>
            </a:lvl8pPr>
            <a:lvl9pPr marL="4114800" indent="-342900" algn="l">
              <a:lnSpc>
                <a:spcPct val="90000"/>
              </a:lnSpc>
              <a:spcBef>
                <a:spcPts val="500"/>
              </a:spcBef>
              <a:spcAft>
                <a:spcPts val="0"/>
              </a:spcAft>
              <a:buChar char="•"/>
              <a:defRPr/>
            </a:lvl9pPr>
          </a:lstStyle>
          <a:p>
            <a:endParaRPr/>
          </a:p>
        </p:txBody>
      </p:sp>
      <p:sp>
        <p:nvSpPr>
          <p:cNvPr id="47" name="Google Shape;47;p6">
            <a:extLst>
              <a:ext uri="{FF2B5EF4-FFF2-40B4-BE49-F238E27FC236}">
                <a16:creationId xmlns:a16="http://schemas.microsoft.com/office/drawing/2014/main" id="{4F325ABC-6D93-4FFD-857C-CAD1D0F15BE4}"/>
              </a:ext>
            </a:extLst>
          </p:cNvPr>
          <p:cNvSpPr>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oAutofit/>
          </a:bodyPr>
          <a:lstStyle>
            <a:lvl1pPr algn="l">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a:endParaRPr/>
          </a:p>
        </p:txBody>
      </p:sp>
      <p:sp>
        <p:nvSpPr>
          <p:cNvPr id="48" name="Google Shape;48;p6">
            <a:extLst>
              <a:ext uri="{FF2B5EF4-FFF2-40B4-BE49-F238E27FC236}">
                <a16:creationId xmlns:a16="http://schemas.microsoft.com/office/drawing/2014/main" id="{3FDC1533-634B-4D5A-9178-CC25D10D024D}"/>
              </a:ext>
            </a:extLst>
          </p:cNvPr>
          <p:cNvSpPr>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oAutofit/>
          </a:bodyPr>
          <a:lstStyle>
            <a:lvl1pPr algn="ctr">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a:endParaRPr/>
          </a:p>
        </p:txBody>
      </p:sp>
      <p:sp>
        <p:nvSpPr>
          <p:cNvPr id="49" name="Google Shape;49;p6">
            <a:extLst>
              <a:ext uri="{FF2B5EF4-FFF2-40B4-BE49-F238E27FC236}">
                <a16:creationId xmlns:a16="http://schemas.microsoft.com/office/drawing/2014/main" id="{587947FA-1089-4B1C-B0A1-6FA0FC238C2B}"/>
              </a:ext>
            </a:extLst>
          </p:cNvPr>
          <p:cNvSpPr>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oAutofit/>
          </a:bodyPr>
          <a:lstStyle>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cSld name="VERTICAL_TEXT">
    <p:spTree>
      <p:nvGrpSpPr>
        <p:cNvPr id="1" name=""/>
        <p:cNvGrpSpPr/>
        <p:nvPr/>
      </p:nvGrpSpPr>
      <p:grpSpPr>
        <a:xfrm>
          <a:off x="0" y="0"/>
          <a:ext cx="0" cy="0"/>
          <a:chOff x="0" y="0"/>
          <a:chExt cx="0" cy="0"/>
        </a:xfrm>
      </p:grpSpPr>
      <p:sp>
        <p:nvSpPr>
          <p:cNvPr id="74" name="Google Shape;74;p11">
            <a:extLst>
              <a:ext uri="{FF2B5EF4-FFF2-40B4-BE49-F238E27FC236}">
                <a16:creationId xmlns:a16="http://schemas.microsoft.com/office/drawing/2014/main" id="{F348F96E-09FC-446D-96E9-182E9821C1AB}"/>
              </a:ext>
            </a:extLst>
          </p:cNvPr>
          <p:cNvSpPr>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ormAutofit/>
          </a:bodyPr>
          <a:lstStyle>
            <a:lvl1pPr algn="l">
              <a:lnSpc>
                <a:spcPct val="90000"/>
              </a:lnSpc>
              <a:spcBef>
                <a:spcPts val="0"/>
              </a:spcBef>
              <a:spcAft>
                <a:spcPts val="0"/>
              </a:spcAft>
              <a:buNone/>
              <a:defRPr/>
            </a:lvl1pPr>
            <a:lvl2pPr>
              <a:spcBef>
                <a:spcPts val="0"/>
              </a:spcBef>
              <a:spcAft>
                <a:spcPts val="0"/>
              </a:spcAft>
              <a:buNone/>
              <a:defRPr/>
            </a:lvl2pPr>
            <a:lvl3pPr>
              <a:spcBef>
                <a:spcPts val="0"/>
              </a:spcBef>
              <a:spcAft>
                <a:spcPts val="0"/>
              </a:spcAft>
              <a:buNone/>
              <a:defRPr/>
            </a:lvl3pPr>
            <a:lvl4pPr>
              <a:spcBef>
                <a:spcPts val="0"/>
              </a:spcBef>
              <a:spcAft>
                <a:spcPts val="0"/>
              </a:spcAft>
              <a:buNone/>
              <a:defRPr/>
            </a:lvl4pPr>
            <a:lvl5pPr>
              <a:spcBef>
                <a:spcPts val="0"/>
              </a:spcBef>
              <a:spcAft>
                <a:spcPts val="0"/>
              </a:spcAft>
              <a:buNone/>
              <a:defRPr/>
            </a:lvl5pPr>
            <a:lvl6pPr>
              <a:spcBef>
                <a:spcPts val="0"/>
              </a:spcBef>
              <a:spcAft>
                <a:spcPts val="0"/>
              </a:spcAft>
              <a:buNone/>
              <a:defRPr/>
            </a:lvl6pPr>
            <a:lvl7pPr>
              <a:spcBef>
                <a:spcPts val="0"/>
              </a:spcBef>
              <a:spcAft>
                <a:spcPts val="0"/>
              </a:spcAft>
              <a:buNone/>
              <a:defRPr/>
            </a:lvl7pPr>
            <a:lvl8pPr>
              <a:spcBef>
                <a:spcPts val="0"/>
              </a:spcBef>
              <a:spcAft>
                <a:spcPts val="0"/>
              </a:spcAft>
              <a:buNone/>
              <a:defRPr/>
            </a:lvl8pPr>
            <a:lvl9pPr>
              <a:spcBef>
                <a:spcPts val="0"/>
              </a:spcBef>
              <a:spcAft>
                <a:spcPts val="0"/>
              </a:spcAft>
              <a:buNone/>
              <a:defRPr/>
            </a:lvl9pPr>
          </a:lstStyle>
          <a:p>
            <a:endParaRPr/>
          </a:p>
        </p:txBody>
      </p:sp>
      <p:sp>
        <p:nvSpPr>
          <p:cNvPr id="75" name="Google Shape;75;p11">
            <a:extLst>
              <a:ext uri="{FF2B5EF4-FFF2-40B4-BE49-F238E27FC236}">
                <a16:creationId xmlns:a16="http://schemas.microsoft.com/office/drawing/2014/main" id="{8D436D17-9FA6-49E1-A01D-27B1E04CF829}"/>
              </a:ext>
            </a:extLst>
          </p:cNvPr>
          <p:cNvSpPr>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ormAutofit/>
          </a:bodyPr>
          <a:lstStyle>
            <a:lvl1pPr marL="457200" indent="-342900" algn="l">
              <a:lnSpc>
                <a:spcPct val="90000"/>
              </a:lnSpc>
              <a:spcBef>
                <a:spcPts val="1000"/>
              </a:spcBef>
              <a:spcAft>
                <a:spcPts val="0"/>
              </a:spcAft>
              <a:buChar char="•"/>
              <a:defRPr/>
            </a:lvl1pPr>
            <a:lvl2pPr marL="914400" indent="-342900" algn="l">
              <a:lnSpc>
                <a:spcPct val="90000"/>
              </a:lnSpc>
              <a:spcBef>
                <a:spcPts val="500"/>
              </a:spcBef>
              <a:spcAft>
                <a:spcPts val="0"/>
              </a:spcAft>
              <a:buChar char="•"/>
              <a:defRPr/>
            </a:lvl2pPr>
            <a:lvl3pPr marL="1371600" indent="-342900" algn="l">
              <a:lnSpc>
                <a:spcPct val="90000"/>
              </a:lnSpc>
              <a:spcBef>
                <a:spcPts val="500"/>
              </a:spcBef>
              <a:spcAft>
                <a:spcPts val="0"/>
              </a:spcAft>
              <a:buChar char="•"/>
              <a:defRPr/>
            </a:lvl3pPr>
            <a:lvl4pPr marL="1828800" indent="-342900" algn="l">
              <a:lnSpc>
                <a:spcPct val="90000"/>
              </a:lnSpc>
              <a:spcBef>
                <a:spcPts val="500"/>
              </a:spcBef>
              <a:spcAft>
                <a:spcPts val="0"/>
              </a:spcAft>
              <a:buChar char="•"/>
              <a:defRPr/>
            </a:lvl4pPr>
            <a:lvl5pPr marL="2286000" indent="-342900" algn="l">
              <a:lnSpc>
                <a:spcPct val="90000"/>
              </a:lnSpc>
              <a:spcBef>
                <a:spcPts val="500"/>
              </a:spcBef>
              <a:spcAft>
                <a:spcPts val="0"/>
              </a:spcAft>
              <a:buChar char="•"/>
              <a:defRPr/>
            </a:lvl5pPr>
            <a:lvl6pPr marL="2743200" indent="-342900" algn="l">
              <a:lnSpc>
                <a:spcPct val="90000"/>
              </a:lnSpc>
              <a:spcBef>
                <a:spcPts val="500"/>
              </a:spcBef>
              <a:spcAft>
                <a:spcPts val="0"/>
              </a:spcAft>
              <a:buChar char="•"/>
              <a:defRPr/>
            </a:lvl6pPr>
            <a:lvl7pPr marL="3200400" indent="-342900" algn="l">
              <a:lnSpc>
                <a:spcPct val="90000"/>
              </a:lnSpc>
              <a:spcBef>
                <a:spcPts val="500"/>
              </a:spcBef>
              <a:spcAft>
                <a:spcPts val="0"/>
              </a:spcAft>
              <a:buChar char="•"/>
              <a:defRPr/>
            </a:lvl7pPr>
            <a:lvl8pPr marL="3657600" indent="-342900" algn="l">
              <a:lnSpc>
                <a:spcPct val="90000"/>
              </a:lnSpc>
              <a:spcBef>
                <a:spcPts val="500"/>
              </a:spcBef>
              <a:spcAft>
                <a:spcPts val="0"/>
              </a:spcAft>
              <a:buChar char="•"/>
              <a:defRPr/>
            </a:lvl8pPr>
            <a:lvl9pPr marL="4114800" indent="-342900" algn="l">
              <a:lnSpc>
                <a:spcPct val="90000"/>
              </a:lnSpc>
              <a:spcBef>
                <a:spcPts val="500"/>
              </a:spcBef>
              <a:spcAft>
                <a:spcPts val="0"/>
              </a:spcAft>
              <a:buChar char="•"/>
              <a:defRPr/>
            </a:lvl9pPr>
          </a:lstStyle>
          <a:p>
            <a:endParaRPr/>
          </a:p>
        </p:txBody>
      </p:sp>
      <p:sp>
        <p:nvSpPr>
          <p:cNvPr id="76" name="Google Shape;76;p11">
            <a:extLst>
              <a:ext uri="{FF2B5EF4-FFF2-40B4-BE49-F238E27FC236}">
                <a16:creationId xmlns:a16="http://schemas.microsoft.com/office/drawing/2014/main" id="{D63C5857-DE8A-4507-86B7-00E38E9C6EF9}"/>
              </a:ext>
            </a:extLst>
          </p:cNvPr>
          <p:cNvSpPr>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oAutofit/>
          </a:bodyPr>
          <a:lstStyle>
            <a:lvl1pPr algn="l">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a:endParaRPr/>
          </a:p>
        </p:txBody>
      </p:sp>
      <p:sp>
        <p:nvSpPr>
          <p:cNvPr id="77" name="Google Shape;77;p11">
            <a:extLst>
              <a:ext uri="{FF2B5EF4-FFF2-40B4-BE49-F238E27FC236}">
                <a16:creationId xmlns:a16="http://schemas.microsoft.com/office/drawing/2014/main" id="{D305DB6D-5218-4A60-B035-01AD8E0AED08}"/>
              </a:ext>
            </a:extLst>
          </p:cNvPr>
          <p:cNvSpPr>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oAutofit/>
          </a:bodyPr>
          <a:lstStyle>
            <a:lvl1pPr algn="ctr">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a:endParaRPr/>
          </a:p>
        </p:txBody>
      </p:sp>
      <p:sp>
        <p:nvSpPr>
          <p:cNvPr id="78" name="Google Shape;78;p11">
            <a:extLst>
              <a:ext uri="{FF2B5EF4-FFF2-40B4-BE49-F238E27FC236}">
                <a16:creationId xmlns:a16="http://schemas.microsoft.com/office/drawing/2014/main" id="{4559EAA2-0B10-4313-9B91-F6875A8F0DD8}"/>
              </a:ext>
            </a:extLst>
          </p:cNvPr>
          <p:cNvSpPr>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oAutofit/>
          </a:bodyPr>
          <a:lstStyle>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cSld name="TWO_OBJECTS">
    <p:spTree>
      <p:nvGrpSpPr>
        <p:cNvPr id="1" name=""/>
        <p:cNvGrpSpPr/>
        <p:nvPr/>
      </p:nvGrpSpPr>
      <p:grpSpPr>
        <a:xfrm>
          <a:off x="0" y="0"/>
          <a:ext cx="0" cy="0"/>
          <a:chOff x="0" y="0"/>
          <a:chExt cx="0" cy="0"/>
        </a:xfrm>
      </p:grpSpPr>
      <p:sp>
        <p:nvSpPr>
          <p:cNvPr id="35" name="Google Shape;35;p5">
            <a:extLst>
              <a:ext uri="{FF2B5EF4-FFF2-40B4-BE49-F238E27FC236}">
                <a16:creationId xmlns:a16="http://schemas.microsoft.com/office/drawing/2014/main" id="{426B0999-18C3-4752-86CA-E3CE1A69255D}"/>
              </a:ext>
            </a:extLst>
          </p:cNvPr>
          <p:cNvSpPr>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ormAutofit/>
          </a:bodyPr>
          <a:lstStyle>
            <a:lvl1pPr algn="l">
              <a:lnSpc>
                <a:spcPct val="90000"/>
              </a:lnSpc>
              <a:spcBef>
                <a:spcPts val="0"/>
              </a:spcBef>
              <a:spcAft>
                <a:spcPts val="0"/>
              </a:spcAft>
              <a:buNone/>
              <a:defRPr/>
            </a:lvl1pPr>
            <a:lvl2pPr>
              <a:spcBef>
                <a:spcPts val="0"/>
              </a:spcBef>
              <a:spcAft>
                <a:spcPts val="0"/>
              </a:spcAft>
              <a:buNone/>
              <a:defRPr/>
            </a:lvl2pPr>
            <a:lvl3pPr>
              <a:spcBef>
                <a:spcPts val="0"/>
              </a:spcBef>
              <a:spcAft>
                <a:spcPts val="0"/>
              </a:spcAft>
              <a:buNone/>
              <a:defRPr/>
            </a:lvl3pPr>
            <a:lvl4pPr>
              <a:spcBef>
                <a:spcPts val="0"/>
              </a:spcBef>
              <a:spcAft>
                <a:spcPts val="0"/>
              </a:spcAft>
              <a:buNone/>
              <a:defRPr/>
            </a:lvl4pPr>
            <a:lvl5pPr>
              <a:spcBef>
                <a:spcPts val="0"/>
              </a:spcBef>
              <a:spcAft>
                <a:spcPts val="0"/>
              </a:spcAft>
              <a:buNone/>
              <a:defRPr/>
            </a:lvl5pPr>
            <a:lvl6pPr>
              <a:spcBef>
                <a:spcPts val="0"/>
              </a:spcBef>
              <a:spcAft>
                <a:spcPts val="0"/>
              </a:spcAft>
              <a:buNone/>
              <a:defRPr/>
            </a:lvl6pPr>
            <a:lvl7pPr>
              <a:spcBef>
                <a:spcPts val="0"/>
              </a:spcBef>
              <a:spcAft>
                <a:spcPts val="0"/>
              </a:spcAft>
              <a:buNone/>
              <a:defRPr/>
            </a:lvl7pPr>
            <a:lvl8pPr>
              <a:spcBef>
                <a:spcPts val="0"/>
              </a:spcBef>
              <a:spcAft>
                <a:spcPts val="0"/>
              </a:spcAft>
              <a:buNone/>
              <a:defRPr/>
            </a:lvl8pPr>
            <a:lvl9pPr>
              <a:spcBef>
                <a:spcPts val="0"/>
              </a:spcBef>
              <a:spcAft>
                <a:spcPts val="0"/>
              </a:spcAft>
              <a:buNone/>
              <a:defRPr/>
            </a:lvl9pPr>
          </a:lstStyle>
          <a:p>
            <a:endParaRPr/>
          </a:p>
        </p:txBody>
      </p:sp>
      <p:sp>
        <p:nvSpPr>
          <p:cNvPr id="36" name="Google Shape;36;p5">
            <a:extLst>
              <a:ext uri="{FF2B5EF4-FFF2-40B4-BE49-F238E27FC236}">
                <a16:creationId xmlns:a16="http://schemas.microsoft.com/office/drawing/2014/main" id="{090E2D70-98A7-4C47-A1F3-B29371E87EBC}"/>
              </a:ext>
            </a:extLst>
          </p:cNvPr>
          <p:cNvSpPr>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ormAutofit/>
          </a:bodyPr>
          <a:lstStyle>
            <a:lvl1pPr marL="457200" indent="-342900" algn="l">
              <a:lnSpc>
                <a:spcPct val="90000"/>
              </a:lnSpc>
              <a:spcBef>
                <a:spcPts val="1000"/>
              </a:spcBef>
              <a:spcAft>
                <a:spcPts val="0"/>
              </a:spcAft>
              <a:buChar char="•"/>
              <a:defRPr/>
            </a:lvl1pPr>
            <a:lvl2pPr marL="914400" indent="-342900" algn="l">
              <a:lnSpc>
                <a:spcPct val="90000"/>
              </a:lnSpc>
              <a:spcBef>
                <a:spcPts val="500"/>
              </a:spcBef>
              <a:spcAft>
                <a:spcPts val="0"/>
              </a:spcAft>
              <a:buChar char="•"/>
              <a:defRPr/>
            </a:lvl2pPr>
            <a:lvl3pPr marL="1371600" indent="-342900" algn="l">
              <a:lnSpc>
                <a:spcPct val="90000"/>
              </a:lnSpc>
              <a:spcBef>
                <a:spcPts val="500"/>
              </a:spcBef>
              <a:spcAft>
                <a:spcPts val="0"/>
              </a:spcAft>
              <a:buChar char="•"/>
              <a:defRPr/>
            </a:lvl3pPr>
            <a:lvl4pPr marL="1828800" indent="-342900" algn="l">
              <a:lnSpc>
                <a:spcPct val="90000"/>
              </a:lnSpc>
              <a:spcBef>
                <a:spcPts val="500"/>
              </a:spcBef>
              <a:spcAft>
                <a:spcPts val="0"/>
              </a:spcAft>
              <a:buChar char="•"/>
              <a:defRPr/>
            </a:lvl4pPr>
            <a:lvl5pPr marL="2286000" indent="-342900" algn="l">
              <a:lnSpc>
                <a:spcPct val="90000"/>
              </a:lnSpc>
              <a:spcBef>
                <a:spcPts val="500"/>
              </a:spcBef>
              <a:spcAft>
                <a:spcPts val="0"/>
              </a:spcAft>
              <a:buChar char="•"/>
              <a:defRPr/>
            </a:lvl5pPr>
            <a:lvl6pPr marL="2743200" indent="-342900" algn="l">
              <a:lnSpc>
                <a:spcPct val="90000"/>
              </a:lnSpc>
              <a:spcBef>
                <a:spcPts val="500"/>
              </a:spcBef>
              <a:spcAft>
                <a:spcPts val="0"/>
              </a:spcAft>
              <a:buChar char="•"/>
              <a:defRPr/>
            </a:lvl6pPr>
            <a:lvl7pPr marL="3200400" indent="-342900" algn="l">
              <a:lnSpc>
                <a:spcPct val="90000"/>
              </a:lnSpc>
              <a:spcBef>
                <a:spcPts val="500"/>
              </a:spcBef>
              <a:spcAft>
                <a:spcPts val="0"/>
              </a:spcAft>
              <a:buChar char="•"/>
              <a:defRPr/>
            </a:lvl7pPr>
            <a:lvl8pPr marL="3657600" indent="-342900" algn="l">
              <a:lnSpc>
                <a:spcPct val="90000"/>
              </a:lnSpc>
              <a:spcBef>
                <a:spcPts val="500"/>
              </a:spcBef>
              <a:spcAft>
                <a:spcPts val="0"/>
              </a:spcAft>
              <a:buChar char="•"/>
              <a:defRPr/>
            </a:lvl8pPr>
            <a:lvl9pPr marL="4114800" indent="-342900" algn="l">
              <a:lnSpc>
                <a:spcPct val="90000"/>
              </a:lnSpc>
              <a:spcBef>
                <a:spcPts val="500"/>
              </a:spcBef>
              <a:spcAft>
                <a:spcPts val="0"/>
              </a:spcAft>
              <a:buChar char="•"/>
              <a:defRPr/>
            </a:lvl9pPr>
          </a:lstStyle>
          <a:p>
            <a:endParaRPr/>
          </a:p>
        </p:txBody>
      </p:sp>
      <p:sp>
        <p:nvSpPr>
          <p:cNvPr id="37" name="Google Shape;37;p5">
            <a:extLst>
              <a:ext uri="{FF2B5EF4-FFF2-40B4-BE49-F238E27FC236}">
                <a16:creationId xmlns:a16="http://schemas.microsoft.com/office/drawing/2014/main" id="{0623FFDA-C4C9-4338-AE80-BFF8F23731F3}"/>
              </a:ext>
            </a:extLst>
          </p:cNvPr>
          <p:cNvSpPr>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ormAutofit/>
          </a:bodyPr>
          <a:lstStyle>
            <a:lvl1pPr marL="457200" indent="-342900" algn="l">
              <a:lnSpc>
                <a:spcPct val="90000"/>
              </a:lnSpc>
              <a:spcBef>
                <a:spcPts val="1000"/>
              </a:spcBef>
              <a:spcAft>
                <a:spcPts val="0"/>
              </a:spcAft>
              <a:buChar char="•"/>
              <a:defRPr/>
            </a:lvl1pPr>
            <a:lvl2pPr marL="914400" indent="-342900" algn="l">
              <a:lnSpc>
                <a:spcPct val="90000"/>
              </a:lnSpc>
              <a:spcBef>
                <a:spcPts val="500"/>
              </a:spcBef>
              <a:spcAft>
                <a:spcPts val="0"/>
              </a:spcAft>
              <a:buChar char="•"/>
              <a:defRPr/>
            </a:lvl2pPr>
            <a:lvl3pPr marL="1371600" indent="-342900" algn="l">
              <a:lnSpc>
                <a:spcPct val="90000"/>
              </a:lnSpc>
              <a:spcBef>
                <a:spcPts val="500"/>
              </a:spcBef>
              <a:spcAft>
                <a:spcPts val="0"/>
              </a:spcAft>
              <a:buChar char="•"/>
              <a:defRPr/>
            </a:lvl3pPr>
            <a:lvl4pPr marL="1828800" indent="-342900" algn="l">
              <a:lnSpc>
                <a:spcPct val="90000"/>
              </a:lnSpc>
              <a:spcBef>
                <a:spcPts val="500"/>
              </a:spcBef>
              <a:spcAft>
                <a:spcPts val="0"/>
              </a:spcAft>
              <a:buChar char="•"/>
              <a:defRPr/>
            </a:lvl4pPr>
            <a:lvl5pPr marL="2286000" indent="-342900" algn="l">
              <a:lnSpc>
                <a:spcPct val="90000"/>
              </a:lnSpc>
              <a:spcBef>
                <a:spcPts val="500"/>
              </a:spcBef>
              <a:spcAft>
                <a:spcPts val="0"/>
              </a:spcAft>
              <a:buChar char="•"/>
              <a:defRPr/>
            </a:lvl5pPr>
            <a:lvl6pPr marL="2743200" indent="-342900" algn="l">
              <a:lnSpc>
                <a:spcPct val="90000"/>
              </a:lnSpc>
              <a:spcBef>
                <a:spcPts val="500"/>
              </a:spcBef>
              <a:spcAft>
                <a:spcPts val="0"/>
              </a:spcAft>
              <a:buChar char="•"/>
              <a:defRPr/>
            </a:lvl6pPr>
            <a:lvl7pPr marL="3200400" indent="-342900" algn="l">
              <a:lnSpc>
                <a:spcPct val="90000"/>
              </a:lnSpc>
              <a:spcBef>
                <a:spcPts val="500"/>
              </a:spcBef>
              <a:spcAft>
                <a:spcPts val="0"/>
              </a:spcAft>
              <a:buChar char="•"/>
              <a:defRPr/>
            </a:lvl7pPr>
            <a:lvl8pPr marL="3657600" indent="-342900" algn="l">
              <a:lnSpc>
                <a:spcPct val="90000"/>
              </a:lnSpc>
              <a:spcBef>
                <a:spcPts val="500"/>
              </a:spcBef>
              <a:spcAft>
                <a:spcPts val="0"/>
              </a:spcAft>
              <a:buChar char="•"/>
              <a:defRPr/>
            </a:lvl8pPr>
            <a:lvl9pPr marL="4114800" indent="-342900" algn="l">
              <a:lnSpc>
                <a:spcPct val="90000"/>
              </a:lnSpc>
              <a:spcBef>
                <a:spcPts val="500"/>
              </a:spcBef>
              <a:spcAft>
                <a:spcPts val="0"/>
              </a:spcAft>
              <a:buChar char="•"/>
              <a:defRPr/>
            </a:lvl9pPr>
          </a:lstStyle>
          <a:p>
            <a:endParaRPr/>
          </a:p>
        </p:txBody>
      </p:sp>
      <p:sp>
        <p:nvSpPr>
          <p:cNvPr id="38" name="Google Shape;38;p5">
            <a:extLst>
              <a:ext uri="{FF2B5EF4-FFF2-40B4-BE49-F238E27FC236}">
                <a16:creationId xmlns:a16="http://schemas.microsoft.com/office/drawing/2014/main" id="{A71C7FFC-C09B-4586-9D2C-27541833D589}"/>
              </a:ext>
            </a:extLst>
          </p:cNvPr>
          <p:cNvSpPr>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oAutofit/>
          </a:bodyPr>
          <a:lstStyle>
            <a:lvl1pPr algn="l">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a:endParaRPr/>
          </a:p>
        </p:txBody>
      </p:sp>
      <p:sp>
        <p:nvSpPr>
          <p:cNvPr id="39" name="Google Shape;39;p5">
            <a:extLst>
              <a:ext uri="{FF2B5EF4-FFF2-40B4-BE49-F238E27FC236}">
                <a16:creationId xmlns:a16="http://schemas.microsoft.com/office/drawing/2014/main" id="{27F96A8D-4C99-4FC0-922E-1D77D43BD74C}"/>
              </a:ext>
            </a:extLst>
          </p:cNvPr>
          <p:cNvSpPr>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oAutofit/>
          </a:bodyPr>
          <a:lstStyle>
            <a:lvl1pPr algn="ctr">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a:endParaRPr/>
          </a:p>
        </p:txBody>
      </p:sp>
      <p:sp>
        <p:nvSpPr>
          <p:cNvPr id="40" name="Google Shape;40;p5">
            <a:extLst>
              <a:ext uri="{FF2B5EF4-FFF2-40B4-BE49-F238E27FC236}">
                <a16:creationId xmlns:a16="http://schemas.microsoft.com/office/drawing/2014/main" id="{36F9EECF-87C8-4CC9-BEF7-B6D2C5CDAC24}"/>
              </a:ext>
            </a:extLst>
          </p:cNvPr>
          <p:cNvSpPr>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oAutofit/>
          </a:bodyPr>
          <a:lstStyle>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cSld name="PICTURE_WITH_CAPTION_TEXT">
    <p:spTree>
      <p:nvGrpSpPr>
        <p:cNvPr id="1" name=""/>
        <p:cNvGrpSpPr/>
        <p:nvPr/>
      </p:nvGrpSpPr>
      <p:grpSpPr>
        <a:xfrm>
          <a:off x="0" y="0"/>
          <a:ext cx="0" cy="0"/>
          <a:chOff x="0" y="0"/>
          <a:chExt cx="0" cy="0"/>
        </a:xfrm>
      </p:grpSpPr>
      <p:sp>
        <p:nvSpPr>
          <p:cNvPr id="67" name="Google Shape;67;p10">
            <a:extLst>
              <a:ext uri="{FF2B5EF4-FFF2-40B4-BE49-F238E27FC236}">
                <a16:creationId xmlns:a16="http://schemas.microsoft.com/office/drawing/2014/main" id="{8678B2AA-ED2E-41D4-8CE9-3B5F69FBA3AC}"/>
              </a:ext>
            </a:extLst>
          </p:cNvPr>
          <p:cNvSpPr>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ormAutofit/>
          </a:bodyPr>
          <a:lstStyle>
            <a:lvl1pPr algn="l">
              <a:lnSpc>
                <a:spcPct val="90000"/>
              </a:lnSpc>
              <a:spcBef>
                <a:spcPts val="0"/>
              </a:spcBef>
              <a:spcAft>
                <a:spcPts val="0"/>
              </a:spcAft>
              <a:buNone/>
              <a:defRPr sz="3200"/>
            </a:lvl1pPr>
            <a:lvl2pPr>
              <a:spcBef>
                <a:spcPts val="0"/>
              </a:spcBef>
              <a:spcAft>
                <a:spcPts val="0"/>
              </a:spcAft>
              <a:buNone/>
              <a:defRPr/>
            </a:lvl2pPr>
            <a:lvl3pPr>
              <a:spcBef>
                <a:spcPts val="0"/>
              </a:spcBef>
              <a:spcAft>
                <a:spcPts val="0"/>
              </a:spcAft>
              <a:buNone/>
              <a:defRPr/>
            </a:lvl3pPr>
            <a:lvl4pPr>
              <a:spcBef>
                <a:spcPts val="0"/>
              </a:spcBef>
              <a:spcAft>
                <a:spcPts val="0"/>
              </a:spcAft>
              <a:buNone/>
              <a:defRPr/>
            </a:lvl4pPr>
            <a:lvl5pPr>
              <a:spcBef>
                <a:spcPts val="0"/>
              </a:spcBef>
              <a:spcAft>
                <a:spcPts val="0"/>
              </a:spcAft>
              <a:buNone/>
              <a:defRPr/>
            </a:lvl5pPr>
            <a:lvl6pPr>
              <a:spcBef>
                <a:spcPts val="0"/>
              </a:spcBef>
              <a:spcAft>
                <a:spcPts val="0"/>
              </a:spcAft>
              <a:buNone/>
              <a:defRPr/>
            </a:lvl6pPr>
            <a:lvl7pPr>
              <a:spcBef>
                <a:spcPts val="0"/>
              </a:spcBef>
              <a:spcAft>
                <a:spcPts val="0"/>
              </a:spcAft>
              <a:buNone/>
              <a:defRPr/>
            </a:lvl7pPr>
            <a:lvl8pPr>
              <a:spcBef>
                <a:spcPts val="0"/>
              </a:spcBef>
              <a:spcAft>
                <a:spcPts val="0"/>
              </a:spcAft>
              <a:buNone/>
              <a:defRPr/>
            </a:lvl8pPr>
            <a:lvl9pPr>
              <a:spcBef>
                <a:spcPts val="0"/>
              </a:spcBef>
              <a:spcAft>
                <a:spcPts val="0"/>
              </a:spcAft>
              <a:buNone/>
              <a:defRPr/>
            </a:lvl9pPr>
          </a:lstStyle>
          <a:p>
            <a:endParaRPr/>
          </a:p>
        </p:txBody>
      </p:sp>
      <p:sp>
        <p:nvSpPr>
          <p:cNvPr id="68" name="Google Shape;68;p10">
            <a:extLst>
              <a:ext uri="{FF2B5EF4-FFF2-40B4-BE49-F238E27FC236}">
                <a16:creationId xmlns:a16="http://schemas.microsoft.com/office/drawing/2014/main" id="{33440E6A-6241-4AE9-8F2F-3D3DE0C12B53}"/>
              </a:ext>
            </a:extLst>
          </p:cNvPr>
          <p:cNvSpPr>
            <a:spLocks noGrp="1"/>
          </p:cNvSpPr>
          <p:nvPr>
            <p:ph type="pic" idx="2"/>
          </p:nvPr>
        </p:nvSpPr>
        <p:spPr>
          <a:xfrm>
            <a:off x="5183188" y="987425"/>
            <a:ext cx="6172200" cy="4873625"/>
          </a:xfrm>
          <a:prstGeom prst="rect">
            <a:avLst/>
          </a:prstGeom>
          <a:noFill/>
          <a:ln>
            <a:noFill/>
          </a:ln>
        </p:spPr>
        <p:txBody>
          <a:bodyPr/>
          <a:lstStyle/>
          <a:p>
            <a:endParaRPr/>
          </a:p>
        </p:txBody>
      </p:sp>
      <p:sp>
        <p:nvSpPr>
          <p:cNvPr id="69" name="Google Shape;69;p10">
            <a:extLst>
              <a:ext uri="{FF2B5EF4-FFF2-40B4-BE49-F238E27FC236}">
                <a16:creationId xmlns:a16="http://schemas.microsoft.com/office/drawing/2014/main" id="{5C850006-A28E-4FD9-9568-830F3BE33E16}"/>
              </a:ext>
            </a:extLst>
          </p:cNvPr>
          <p:cNvSpPr>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ormAutofit/>
          </a:bodyPr>
          <a:lstStyle>
            <a:lvl1pPr marL="457200" indent="-228600" algn="l">
              <a:lnSpc>
                <a:spcPct val="90000"/>
              </a:lnSpc>
              <a:spcBef>
                <a:spcPts val="1000"/>
              </a:spcBef>
              <a:spcAft>
                <a:spcPts val="0"/>
              </a:spcAft>
              <a:buNone/>
              <a:defRPr sz="1600"/>
            </a:lvl1pPr>
            <a:lvl2pPr marL="914400" indent="-228600" algn="l">
              <a:lnSpc>
                <a:spcPct val="90000"/>
              </a:lnSpc>
              <a:spcBef>
                <a:spcPts val="500"/>
              </a:spcBef>
              <a:spcAft>
                <a:spcPts val="0"/>
              </a:spcAft>
              <a:buNone/>
              <a:defRPr sz="1400"/>
            </a:lvl2pPr>
            <a:lvl3pPr marL="1371600" indent="-228600" algn="l">
              <a:lnSpc>
                <a:spcPct val="90000"/>
              </a:lnSpc>
              <a:spcBef>
                <a:spcPts val="500"/>
              </a:spcBef>
              <a:spcAft>
                <a:spcPts val="0"/>
              </a:spcAft>
              <a:buNone/>
              <a:defRPr sz="1200"/>
            </a:lvl3pPr>
            <a:lvl4pPr marL="1828800" indent="-228600" algn="l">
              <a:lnSpc>
                <a:spcPct val="90000"/>
              </a:lnSpc>
              <a:spcBef>
                <a:spcPts val="500"/>
              </a:spcBef>
              <a:spcAft>
                <a:spcPts val="0"/>
              </a:spcAft>
              <a:buNone/>
              <a:defRPr sz="1000"/>
            </a:lvl4pPr>
            <a:lvl5pPr marL="2286000" indent="-228600" algn="l">
              <a:lnSpc>
                <a:spcPct val="90000"/>
              </a:lnSpc>
              <a:spcBef>
                <a:spcPts val="500"/>
              </a:spcBef>
              <a:spcAft>
                <a:spcPts val="0"/>
              </a:spcAft>
              <a:buNone/>
              <a:defRPr sz="1000"/>
            </a:lvl5pPr>
            <a:lvl6pPr marL="2743200" indent="-228600" algn="l">
              <a:lnSpc>
                <a:spcPct val="90000"/>
              </a:lnSpc>
              <a:spcBef>
                <a:spcPts val="500"/>
              </a:spcBef>
              <a:spcAft>
                <a:spcPts val="0"/>
              </a:spcAft>
              <a:buNone/>
              <a:defRPr sz="1000"/>
            </a:lvl6pPr>
            <a:lvl7pPr marL="3200400" indent="-228600" algn="l">
              <a:lnSpc>
                <a:spcPct val="90000"/>
              </a:lnSpc>
              <a:spcBef>
                <a:spcPts val="500"/>
              </a:spcBef>
              <a:spcAft>
                <a:spcPts val="0"/>
              </a:spcAft>
              <a:buNone/>
              <a:defRPr sz="1000"/>
            </a:lvl7pPr>
            <a:lvl8pPr marL="3657600" indent="-228600" algn="l">
              <a:lnSpc>
                <a:spcPct val="90000"/>
              </a:lnSpc>
              <a:spcBef>
                <a:spcPts val="500"/>
              </a:spcBef>
              <a:spcAft>
                <a:spcPts val="0"/>
              </a:spcAft>
              <a:buNone/>
              <a:defRPr sz="1000"/>
            </a:lvl8pPr>
            <a:lvl9pPr marL="4114800" indent="-228600" algn="l">
              <a:lnSpc>
                <a:spcPct val="90000"/>
              </a:lnSpc>
              <a:spcBef>
                <a:spcPts val="500"/>
              </a:spcBef>
              <a:spcAft>
                <a:spcPts val="0"/>
              </a:spcAft>
              <a:buNone/>
              <a:defRPr sz="1000"/>
            </a:lvl9pPr>
          </a:lstStyle>
          <a:p>
            <a:endParaRPr/>
          </a:p>
        </p:txBody>
      </p:sp>
      <p:sp>
        <p:nvSpPr>
          <p:cNvPr id="70" name="Google Shape;70;p10">
            <a:extLst>
              <a:ext uri="{FF2B5EF4-FFF2-40B4-BE49-F238E27FC236}">
                <a16:creationId xmlns:a16="http://schemas.microsoft.com/office/drawing/2014/main" id="{4238D5BB-2628-415D-BEDA-9AC67E82BA19}"/>
              </a:ext>
            </a:extLst>
          </p:cNvPr>
          <p:cNvSpPr>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oAutofit/>
          </a:bodyPr>
          <a:lstStyle>
            <a:lvl1pPr algn="l">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a:endParaRPr/>
          </a:p>
        </p:txBody>
      </p:sp>
      <p:sp>
        <p:nvSpPr>
          <p:cNvPr id="71" name="Google Shape;71;p10">
            <a:extLst>
              <a:ext uri="{FF2B5EF4-FFF2-40B4-BE49-F238E27FC236}">
                <a16:creationId xmlns:a16="http://schemas.microsoft.com/office/drawing/2014/main" id="{F6D2EE16-B9FD-4352-81C4-D04F041504AE}"/>
              </a:ext>
            </a:extLst>
          </p:cNvPr>
          <p:cNvSpPr>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oAutofit/>
          </a:bodyPr>
          <a:lstStyle>
            <a:lvl1pPr algn="ctr">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a:endParaRPr/>
          </a:p>
        </p:txBody>
      </p:sp>
      <p:sp>
        <p:nvSpPr>
          <p:cNvPr id="72" name="Google Shape;72;p10">
            <a:extLst>
              <a:ext uri="{FF2B5EF4-FFF2-40B4-BE49-F238E27FC236}">
                <a16:creationId xmlns:a16="http://schemas.microsoft.com/office/drawing/2014/main" id="{C9DE675F-6930-4E23-9782-8A97255AE52A}"/>
              </a:ext>
            </a:extLst>
          </p:cNvPr>
          <p:cNvSpPr>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oAutofit/>
          </a:bodyPr>
          <a:lstStyle>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10" name="Google Shape;10;p1">
            <a:extLst>
              <a:ext uri="{FF2B5EF4-FFF2-40B4-BE49-F238E27FC236}">
                <a16:creationId xmlns:a16="http://schemas.microsoft.com/office/drawing/2014/main" id="{9DDB6A99-AE74-4E09-BC77-6E95E9F0D0E6}"/>
              </a:ext>
            </a:extLst>
          </p:cNvPr>
          <p:cNvSpPr>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ormAutofit/>
          </a:bodyPr>
          <a:lstStyle>
            <a:lvl1pPr algn="l">
              <a:lnSpc>
                <a:spcPct val="90000"/>
              </a:lnSpc>
              <a:spcBef>
                <a:spcPts val="0"/>
              </a:spcBef>
              <a:spcAft>
                <a:spcPts val="0"/>
              </a:spcAft>
              <a:buNone/>
              <a:defRPr sz="4400" b="0" i="0" u="none" cap="none">
                <a:solidFill>
                  <a:schemeClr val="dk1"/>
                </a:solidFill>
                <a:latin typeface="Arial"/>
                <a:ea typeface="Arial"/>
                <a:cs typeface="Arial"/>
              </a:defRPr>
            </a:lvl1pPr>
            <a:lvl2pPr>
              <a:spcBef>
                <a:spcPts val="0"/>
              </a:spcBef>
              <a:spcAft>
                <a:spcPts val="0"/>
              </a:spcAft>
              <a:buNone/>
              <a:defRPr sz="1800"/>
            </a:lvl2pPr>
            <a:lvl3pPr>
              <a:spcBef>
                <a:spcPts val="0"/>
              </a:spcBef>
              <a:spcAft>
                <a:spcPts val="0"/>
              </a:spcAft>
              <a:buNone/>
              <a:defRPr sz="1800"/>
            </a:lvl3pPr>
            <a:lvl4pPr>
              <a:spcBef>
                <a:spcPts val="0"/>
              </a:spcBef>
              <a:spcAft>
                <a:spcPts val="0"/>
              </a:spcAft>
              <a:buNone/>
              <a:defRPr sz="1800"/>
            </a:lvl4pPr>
            <a:lvl5pPr>
              <a:spcBef>
                <a:spcPts val="0"/>
              </a:spcBef>
              <a:spcAft>
                <a:spcPts val="0"/>
              </a:spcAft>
              <a:buNone/>
              <a:defRPr sz="1800"/>
            </a:lvl5pPr>
            <a:lvl6pPr>
              <a:spcBef>
                <a:spcPts val="0"/>
              </a:spcBef>
              <a:spcAft>
                <a:spcPts val="0"/>
              </a:spcAft>
              <a:buNone/>
              <a:defRPr sz="1800"/>
            </a:lvl6pPr>
            <a:lvl7pPr>
              <a:spcBef>
                <a:spcPts val="0"/>
              </a:spcBef>
              <a:spcAft>
                <a:spcPts val="0"/>
              </a:spcAft>
              <a:buNone/>
              <a:defRPr sz="1800"/>
            </a:lvl7pPr>
            <a:lvl8pPr>
              <a:spcBef>
                <a:spcPts val="0"/>
              </a:spcBef>
              <a:spcAft>
                <a:spcPts val="0"/>
              </a:spcAft>
              <a:buNone/>
              <a:defRPr sz="1800"/>
            </a:lvl8pPr>
            <a:lvl9pPr>
              <a:spcBef>
                <a:spcPts val="0"/>
              </a:spcBef>
              <a:spcAft>
                <a:spcPts val="0"/>
              </a:spcAft>
              <a:buNone/>
              <a:defRPr sz="1800"/>
            </a:lvl9pPr>
          </a:lstStyle>
          <a:p>
            <a:endParaRPr/>
          </a:p>
        </p:txBody>
      </p:sp>
      <p:sp>
        <p:nvSpPr>
          <p:cNvPr id="11" name="Google Shape;11;p1">
            <a:extLst>
              <a:ext uri="{FF2B5EF4-FFF2-40B4-BE49-F238E27FC236}">
                <a16:creationId xmlns:a16="http://schemas.microsoft.com/office/drawing/2014/main" id="{5100DF11-0C6B-45C3-8CCB-98D397CF8BD9}"/>
              </a:ext>
            </a:extLst>
          </p:cNvPr>
          <p:cNvSpPr>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ormAutofit/>
          </a:bodyPr>
          <a:lstStyle>
            <a:lvl1pPr marL="457200" indent="-406400" algn="l">
              <a:lnSpc>
                <a:spcPct val="90000"/>
              </a:lnSpc>
              <a:spcBef>
                <a:spcPts val="1000"/>
              </a:spcBef>
              <a:spcAft>
                <a:spcPts val="0"/>
              </a:spcAft>
              <a:buChar char="•"/>
              <a:defRPr sz="2800" b="0" i="0" u="none" cap="none">
                <a:solidFill>
                  <a:schemeClr val="dk1"/>
                </a:solidFill>
                <a:latin typeface="Arial"/>
                <a:ea typeface="Arial"/>
                <a:cs typeface="Arial"/>
              </a:defRPr>
            </a:lvl1pPr>
            <a:lvl2pPr marL="914400" indent="-381000" algn="l">
              <a:lnSpc>
                <a:spcPct val="90000"/>
              </a:lnSpc>
              <a:spcBef>
                <a:spcPts val="500"/>
              </a:spcBef>
              <a:spcAft>
                <a:spcPts val="0"/>
              </a:spcAft>
              <a:buChar char="•"/>
              <a:defRPr sz="2400" b="0" i="0" u="none" cap="none">
                <a:solidFill>
                  <a:schemeClr val="dk1"/>
                </a:solidFill>
                <a:latin typeface="Arial"/>
                <a:ea typeface="Arial"/>
                <a:cs typeface="Arial"/>
              </a:defRPr>
            </a:lvl2pPr>
            <a:lvl3pPr marL="1371600" indent="-355600" algn="l">
              <a:lnSpc>
                <a:spcPct val="90000"/>
              </a:lnSpc>
              <a:spcBef>
                <a:spcPts val="500"/>
              </a:spcBef>
              <a:spcAft>
                <a:spcPts val="0"/>
              </a:spcAft>
              <a:buChar char="•"/>
              <a:defRPr sz="2000" b="0" i="0" u="none" cap="none">
                <a:solidFill>
                  <a:schemeClr val="dk1"/>
                </a:solidFill>
                <a:latin typeface="Arial"/>
                <a:ea typeface="Arial"/>
                <a:cs typeface="Arial"/>
              </a:defRPr>
            </a:lvl3pPr>
            <a:lvl4pPr marL="1828800" indent="-342900" algn="l">
              <a:lnSpc>
                <a:spcPct val="90000"/>
              </a:lnSpc>
              <a:spcBef>
                <a:spcPts val="500"/>
              </a:spcBef>
              <a:spcAft>
                <a:spcPts val="0"/>
              </a:spcAft>
              <a:buChar char="•"/>
              <a:defRPr sz="1800" b="0" i="0" u="none" cap="none">
                <a:solidFill>
                  <a:schemeClr val="dk1"/>
                </a:solidFill>
                <a:latin typeface="Arial"/>
                <a:ea typeface="Arial"/>
                <a:cs typeface="Arial"/>
              </a:defRPr>
            </a:lvl4pPr>
            <a:lvl5pPr marL="2286000" indent="-342900" algn="l">
              <a:lnSpc>
                <a:spcPct val="90000"/>
              </a:lnSpc>
              <a:spcBef>
                <a:spcPts val="500"/>
              </a:spcBef>
              <a:spcAft>
                <a:spcPts val="0"/>
              </a:spcAft>
              <a:buChar char="•"/>
              <a:defRPr sz="1800" b="0" i="0" u="none" cap="none">
                <a:solidFill>
                  <a:schemeClr val="dk1"/>
                </a:solidFill>
                <a:latin typeface="Arial"/>
                <a:ea typeface="Arial"/>
                <a:cs typeface="Arial"/>
              </a:defRPr>
            </a:lvl5pPr>
            <a:lvl6pPr marL="2743200" indent="-342900" algn="l">
              <a:lnSpc>
                <a:spcPct val="90000"/>
              </a:lnSpc>
              <a:spcBef>
                <a:spcPts val="500"/>
              </a:spcBef>
              <a:spcAft>
                <a:spcPts val="0"/>
              </a:spcAft>
              <a:buChar char="•"/>
              <a:defRPr sz="1800" b="0" i="0" u="none" cap="none">
                <a:solidFill>
                  <a:schemeClr val="dk1"/>
                </a:solidFill>
                <a:latin typeface="Arial"/>
                <a:ea typeface="Arial"/>
                <a:cs typeface="Arial"/>
              </a:defRPr>
            </a:lvl6pPr>
            <a:lvl7pPr marL="3200400" indent="-342900" algn="l">
              <a:lnSpc>
                <a:spcPct val="90000"/>
              </a:lnSpc>
              <a:spcBef>
                <a:spcPts val="500"/>
              </a:spcBef>
              <a:spcAft>
                <a:spcPts val="0"/>
              </a:spcAft>
              <a:buChar char="•"/>
              <a:defRPr sz="1800" b="0" i="0" u="none" cap="none">
                <a:solidFill>
                  <a:schemeClr val="dk1"/>
                </a:solidFill>
                <a:latin typeface="Arial"/>
                <a:ea typeface="Arial"/>
                <a:cs typeface="Arial"/>
              </a:defRPr>
            </a:lvl7pPr>
            <a:lvl8pPr marL="3657600" indent="-342900" algn="l">
              <a:lnSpc>
                <a:spcPct val="90000"/>
              </a:lnSpc>
              <a:spcBef>
                <a:spcPts val="500"/>
              </a:spcBef>
              <a:spcAft>
                <a:spcPts val="0"/>
              </a:spcAft>
              <a:buChar char="•"/>
              <a:defRPr sz="1800" b="0" i="0" u="none" cap="none">
                <a:solidFill>
                  <a:schemeClr val="dk1"/>
                </a:solidFill>
                <a:latin typeface="Arial"/>
                <a:ea typeface="Arial"/>
                <a:cs typeface="Arial"/>
              </a:defRPr>
            </a:lvl8pPr>
            <a:lvl9pPr marL="4114800" indent="-342900" algn="l">
              <a:lnSpc>
                <a:spcPct val="90000"/>
              </a:lnSpc>
              <a:spcBef>
                <a:spcPts val="500"/>
              </a:spcBef>
              <a:spcAft>
                <a:spcPts val="0"/>
              </a:spcAft>
              <a:buChar char="•"/>
              <a:defRPr sz="1800" b="0" i="0" u="none" cap="none">
                <a:solidFill>
                  <a:schemeClr val="dk1"/>
                </a:solidFill>
                <a:latin typeface="Arial"/>
                <a:ea typeface="Arial"/>
                <a:cs typeface="Arial"/>
              </a:defRPr>
            </a:lvl9pPr>
          </a:lstStyle>
          <a:p>
            <a:endParaRPr/>
          </a:p>
        </p:txBody>
      </p:sp>
      <p:sp>
        <p:nvSpPr>
          <p:cNvPr id="12" name="Google Shape;12;p1">
            <a:extLst>
              <a:ext uri="{FF2B5EF4-FFF2-40B4-BE49-F238E27FC236}">
                <a16:creationId xmlns:a16="http://schemas.microsoft.com/office/drawing/2014/main" id="{53289D86-EC3C-44EB-83CB-775DD83A46E7}"/>
              </a:ext>
            </a:extLst>
          </p:cNvPr>
          <p:cNvSpPr>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oAutofit/>
          </a:bodyPr>
          <a:lstStyle>
            <a:lvl1pPr algn="l">
              <a:spcBef>
                <a:spcPts val="0"/>
              </a:spcBef>
              <a:spcAft>
                <a:spcPts val="0"/>
              </a:spcAft>
              <a:buNone/>
              <a:defRPr sz="1200" b="0" i="0" u="none" cap="none">
                <a:solidFill>
                  <a:srgbClr val="888888"/>
                </a:solidFill>
                <a:latin typeface="Arial"/>
                <a:ea typeface="Arial"/>
                <a:cs typeface="Arial"/>
              </a:defRPr>
            </a:lvl1pPr>
            <a:lvl2pPr algn="l">
              <a:spcBef>
                <a:spcPts val="0"/>
              </a:spcBef>
              <a:spcAft>
                <a:spcPts val="0"/>
              </a:spcAft>
              <a:buNone/>
              <a:defRPr sz="1800" b="0" i="0" u="none" cap="none">
                <a:solidFill>
                  <a:schemeClr val="dk1"/>
                </a:solidFill>
                <a:latin typeface="Arial"/>
                <a:ea typeface="Arial"/>
                <a:cs typeface="Arial"/>
              </a:defRPr>
            </a:lvl2pPr>
            <a:lvl3pPr algn="l">
              <a:spcBef>
                <a:spcPts val="0"/>
              </a:spcBef>
              <a:spcAft>
                <a:spcPts val="0"/>
              </a:spcAft>
              <a:buNone/>
              <a:defRPr sz="1800" b="0" i="0" u="none" cap="none">
                <a:solidFill>
                  <a:schemeClr val="dk1"/>
                </a:solidFill>
                <a:latin typeface="Arial"/>
                <a:ea typeface="Arial"/>
                <a:cs typeface="Arial"/>
              </a:defRPr>
            </a:lvl3pPr>
            <a:lvl4pPr algn="l">
              <a:spcBef>
                <a:spcPts val="0"/>
              </a:spcBef>
              <a:spcAft>
                <a:spcPts val="0"/>
              </a:spcAft>
              <a:buNone/>
              <a:defRPr sz="1800" b="0" i="0" u="none" cap="none">
                <a:solidFill>
                  <a:schemeClr val="dk1"/>
                </a:solidFill>
                <a:latin typeface="Arial"/>
                <a:ea typeface="Arial"/>
                <a:cs typeface="Arial"/>
              </a:defRPr>
            </a:lvl4pPr>
            <a:lvl5pPr algn="l">
              <a:spcBef>
                <a:spcPts val="0"/>
              </a:spcBef>
              <a:spcAft>
                <a:spcPts val="0"/>
              </a:spcAft>
              <a:buNone/>
              <a:defRPr sz="1800" b="0" i="0" u="none" cap="none">
                <a:solidFill>
                  <a:schemeClr val="dk1"/>
                </a:solidFill>
                <a:latin typeface="Arial"/>
                <a:ea typeface="Arial"/>
                <a:cs typeface="Arial"/>
              </a:defRPr>
            </a:lvl5pPr>
            <a:lvl6pPr algn="l">
              <a:spcBef>
                <a:spcPts val="0"/>
              </a:spcBef>
              <a:spcAft>
                <a:spcPts val="0"/>
              </a:spcAft>
              <a:buNone/>
              <a:defRPr sz="1800" b="0" i="0" u="none" cap="none">
                <a:solidFill>
                  <a:schemeClr val="dk1"/>
                </a:solidFill>
                <a:latin typeface="Arial"/>
                <a:ea typeface="Arial"/>
                <a:cs typeface="Arial"/>
              </a:defRPr>
            </a:lvl6pPr>
            <a:lvl7pPr algn="l">
              <a:spcBef>
                <a:spcPts val="0"/>
              </a:spcBef>
              <a:spcAft>
                <a:spcPts val="0"/>
              </a:spcAft>
              <a:buNone/>
              <a:defRPr sz="1800" b="0" i="0" u="none" cap="none">
                <a:solidFill>
                  <a:schemeClr val="dk1"/>
                </a:solidFill>
                <a:latin typeface="Arial"/>
                <a:ea typeface="Arial"/>
                <a:cs typeface="Arial"/>
              </a:defRPr>
            </a:lvl7pPr>
            <a:lvl8pPr algn="l">
              <a:spcBef>
                <a:spcPts val="0"/>
              </a:spcBef>
              <a:spcAft>
                <a:spcPts val="0"/>
              </a:spcAft>
              <a:buNone/>
              <a:defRPr sz="1800" b="0" i="0" u="none" cap="none">
                <a:solidFill>
                  <a:schemeClr val="dk1"/>
                </a:solidFill>
                <a:latin typeface="Arial"/>
                <a:ea typeface="Arial"/>
                <a:cs typeface="Arial"/>
              </a:defRPr>
            </a:lvl8pPr>
            <a:lvl9pPr algn="l">
              <a:spcBef>
                <a:spcPts val="0"/>
              </a:spcBef>
              <a:spcAft>
                <a:spcPts val="0"/>
              </a:spcAft>
              <a:buNone/>
              <a:defRPr sz="1800" b="0" i="0" u="none" cap="none">
                <a:solidFill>
                  <a:schemeClr val="dk1"/>
                </a:solidFill>
                <a:latin typeface="Arial"/>
                <a:ea typeface="Arial"/>
                <a:cs typeface="Arial"/>
              </a:defRPr>
            </a:lvl9pPr>
          </a:lstStyle>
          <a:p>
            <a:endParaRPr/>
          </a:p>
        </p:txBody>
      </p:sp>
      <p:sp>
        <p:nvSpPr>
          <p:cNvPr id="13" name="Google Shape;13;p1">
            <a:extLst>
              <a:ext uri="{FF2B5EF4-FFF2-40B4-BE49-F238E27FC236}">
                <a16:creationId xmlns:a16="http://schemas.microsoft.com/office/drawing/2014/main" id="{6CA241B5-A933-4B47-9659-911968DCB161}"/>
              </a:ext>
            </a:extLst>
          </p:cNvPr>
          <p:cNvSpPr>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oAutofit/>
          </a:bodyPr>
          <a:lstStyle>
            <a:lvl1pPr algn="ctr">
              <a:spcBef>
                <a:spcPts val="0"/>
              </a:spcBef>
              <a:spcAft>
                <a:spcPts val="0"/>
              </a:spcAft>
              <a:buNone/>
              <a:defRPr sz="1200" b="0" i="0" u="none" cap="none">
                <a:solidFill>
                  <a:srgbClr val="888888"/>
                </a:solidFill>
                <a:latin typeface="Arial"/>
                <a:ea typeface="Arial"/>
                <a:cs typeface="Arial"/>
              </a:defRPr>
            </a:lvl1pPr>
            <a:lvl2pPr algn="l">
              <a:spcBef>
                <a:spcPts val="0"/>
              </a:spcBef>
              <a:spcAft>
                <a:spcPts val="0"/>
              </a:spcAft>
              <a:buNone/>
              <a:defRPr sz="1800" b="0" i="0" u="none" cap="none">
                <a:solidFill>
                  <a:schemeClr val="dk1"/>
                </a:solidFill>
                <a:latin typeface="Arial"/>
                <a:ea typeface="Arial"/>
                <a:cs typeface="Arial"/>
              </a:defRPr>
            </a:lvl2pPr>
            <a:lvl3pPr algn="l">
              <a:spcBef>
                <a:spcPts val="0"/>
              </a:spcBef>
              <a:spcAft>
                <a:spcPts val="0"/>
              </a:spcAft>
              <a:buNone/>
              <a:defRPr sz="1800" b="0" i="0" u="none" cap="none">
                <a:solidFill>
                  <a:schemeClr val="dk1"/>
                </a:solidFill>
                <a:latin typeface="Arial"/>
                <a:ea typeface="Arial"/>
                <a:cs typeface="Arial"/>
              </a:defRPr>
            </a:lvl3pPr>
            <a:lvl4pPr algn="l">
              <a:spcBef>
                <a:spcPts val="0"/>
              </a:spcBef>
              <a:spcAft>
                <a:spcPts val="0"/>
              </a:spcAft>
              <a:buNone/>
              <a:defRPr sz="1800" b="0" i="0" u="none" cap="none">
                <a:solidFill>
                  <a:schemeClr val="dk1"/>
                </a:solidFill>
                <a:latin typeface="Arial"/>
                <a:ea typeface="Arial"/>
                <a:cs typeface="Arial"/>
              </a:defRPr>
            </a:lvl4pPr>
            <a:lvl5pPr algn="l">
              <a:spcBef>
                <a:spcPts val="0"/>
              </a:spcBef>
              <a:spcAft>
                <a:spcPts val="0"/>
              </a:spcAft>
              <a:buNone/>
              <a:defRPr sz="1800" b="0" i="0" u="none" cap="none">
                <a:solidFill>
                  <a:schemeClr val="dk1"/>
                </a:solidFill>
                <a:latin typeface="Arial"/>
                <a:ea typeface="Arial"/>
                <a:cs typeface="Arial"/>
              </a:defRPr>
            </a:lvl5pPr>
            <a:lvl6pPr algn="l">
              <a:spcBef>
                <a:spcPts val="0"/>
              </a:spcBef>
              <a:spcAft>
                <a:spcPts val="0"/>
              </a:spcAft>
              <a:buNone/>
              <a:defRPr sz="1800" b="0" i="0" u="none" cap="none">
                <a:solidFill>
                  <a:schemeClr val="dk1"/>
                </a:solidFill>
                <a:latin typeface="Arial"/>
                <a:ea typeface="Arial"/>
                <a:cs typeface="Arial"/>
              </a:defRPr>
            </a:lvl6pPr>
            <a:lvl7pPr algn="l">
              <a:spcBef>
                <a:spcPts val="0"/>
              </a:spcBef>
              <a:spcAft>
                <a:spcPts val="0"/>
              </a:spcAft>
              <a:buNone/>
              <a:defRPr sz="1800" b="0" i="0" u="none" cap="none">
                <a:solidFill>
                  <a:schemeClr val="dk1"/>
                </a:solidFill>
                <a:latin typeface="Arial"/>
                <a:ea typeface="Arial"/>
                <a:cs typeface="Arial"/>
              </a:defRPr>
            </a:lvl7pPr>
            <a:lvl8pPr algn="l">
              <a:spcBef>
                <a:spcPts val="0"/>
              </a:spcBef>
              <a:spcAft>
                <a:spcPts val="0"/>
              </a:spcAft>
              <a:buNone/>
              <a:defRPr sz="1800" b="0" i="0" u="none" cap="none">
                <a:solidFill>
                  <a:schemeClr val="dk1"/>
                </a:solidFill>
                <a:latin typeface="Arial"/>
                <a:ea typeface="Arial"/>
                <a:cs typeface="Arial"/>
              </a:defRPr>
            </a:lvl8pPr>
            <a:lvl9pPr algn="l">
              <a:spcBef>
                <a:spcPts val="0"/>
              </a:spcBef>
              <a:spcAft>
                <a:spcPts val="0"/>
              </a:spcAft>
              <a:buNone/>
              <a:defRPr sz="1800" b="0" i="0" u="none" cap="none">
                <a:solidFill>
                  <a:schemeClr val="dk1"/>
                </a:solidFill>
                <a:latin typeface="Arial"/>
                <a:ea typeface="Arial"/>
                <a:cs typeface="Arial"/>
              </a:defRPr>
            </a:lvl9pPr>
          </a:lstStyle>
          <a:p>
            <a:endParaRPr/>
          </a:p>
        </p:txBody>
      </p:sp>
      <p:sp>
        <p:nvSpPr>
          <p:cNvPr id="2" name="灯片编号占位符 1">
            <a:extLst>
              <a:ext uri="{FF2B5EF4-FFF2-40B4-BE49-F238E27FC236}">
                <a16:creationId xmlns:a16="http://schemas.microsoft.com/office/drawing/2014/main" id="{2DBA7C3C-537C-D1A1-CB43-CB380AFAB11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D4CCFB2-EE12-904A-A55E-C86E881BA56F}" type="slidenum">
              <a:rPr kumimoji="1" lang="zh-CN" altLang="en-US" smtClean="0"/>
              <a:t>‹#›</a:t>
            </a:fld>
            <a:endParaRPr kumimoji="1" lang="zh-CN" altLang="en-US"/>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hf hdr="0" ftr="0" dt="0"/>
  <p:txStyles>
    <p:titleStyle>
      <a:lvl1pPr algn="l">
        <a:lnSpc>
          <a:spcPct val="100000"/>
        </a:lnSpc>
        <a:spcBef>
          <a:spcPts val="0"/>
        </a:spcBef>
        <a:spcAft>
          <a:spcPts val="0"/>
        </a:spcAft>
        <a:buNone/>
        <a:defRPr sz="1400" b="0" i="0" u="none" cap="none">
          <a:solidFill>
            <a:srgbClr val="000000"/>
          </a:solidFill>
          <a:latin typeface="Arial"/>
          <a:ea typeface="Arial"/>
          <a:cs typeface="Arial"/>
        </a:defRPr>
      </a:lvl1pPr>
      <a:lvl2pPr algn="l">
        <a:lnSpc>
          <a:spcPct val="100000"/>
        </a:lnSpc>
        <a:spcBef>
          <a:spcPts val="0"/>
        </a:spcBef>
        <a:spcAft>
          <a:spcPts val="0"/>
        </a:spcAft>
        <a:buNone/>
        <a:defRPr sz="1400" b="0" i="0" u="none" cap="none">
          <a:solidFill>
            <a:srgbClr val="000000"/>
          </a:solidFill>
          <a:latin typeface="Arial"/>
          <a:ea typeface="Arial"/>
          <a:cs typeface="Arial"/>
        </a:defRPr>
      </a:lvl2pPr>
      <a:lvl3pPr algn="l">
        <a:lnSpc>
          <a:spcPct val="100000"/>
        </a:lnSpc>
        <a:spcBef>
          <a:spcPts val="0"/>
        </a:spcBef>
        <a:spcAft>
          <a:spcPts val="0"/>
        </a:spcAft>
        <a:buNone/>
        <a:defRPr sz="1400" b="0" i="0" u="none" cap="none">
          <a:solidFill>
            <a:srgbClr val="000000"/>
          </a:solidFill>
          <a:latin typeface="Arial"/>
          <a:ea typeface="Arial"/>
          <a:cs typeface="Arial"/>
        </a:defRPr>
      </a:lvl3pPr>
      <a:lvl4pPr algn="l">
        <a:lnSpc>
          <a:spcPct val="100000"/>
        </a:lnSpc>
        <a:spcBef>
          <a:spcPts val="0"/>
        </a:spcBef>
        <a:spcAft>
          <a:spcPts val="0"/>
        </a:spcAft>
        <a:buNone/>
        <a:defRPr sz="1400" b="0" i="0" u="none" cap="none">
          <a:solidFill>
            <a:srgbClr val="000000"/>
          </a:solidFill>
          <a:latin typeface="Arial"/>
          <a:ea typeface="Arial"/>
          <a:cs typeface="Arial"/>
        </a:defRPr>
      </a:lvl4pPr>
      <a:lvl5pPr algn="l">
        <a:lnSpc>
          <a:spcPct val="100000"/>
        </a:lnSpc>
        <a:spcBef>
          <a:spcPts val="0"/>
        </a:spcBef>
        <a:spcAft>
          <a:spcPts val="0"/>
        </a:spcAft>
        <a:buNone/>
        <a:defRPr sz="1400" b="0" i="0" u="none" cap="none">
          <a:solidFill>
            <a:srgbClr val="000000"/>
          </a:solidFill>
          <a:latin typeface="Arial"/>
          <a:ea typeface="Arial"/>
          <a:cs typeface="Arial"/>
        </a:defRPr>
      </a:lvl5pPr>
      <a:lvl6pPr algn="l">
        <a:lnSpc>
          <a:spcPct val="100000"/>
        </a:lnSpc>
        <a:spcBef>
          <a:spcPts val="0"/>
        </a:spcBef>
        <a:spcAft>
          <a:spcPts val="0"/>
        </a:spcAft>
        <a:buNone/>
        <a:defRPr sz="1400" b="0" i="0" u="none" cap="none">
          <a:solidFill>
            <a:srgbClr val="000000"/>
          </a:solidFill>
          <a:latin typeface="Arial"/>
          <a:ea typeface="Arial"/>
          <a:cs typeface="Arial"/>
        </a:defRPr>
      </a:lvl6pPr>
      <a:lvl7pPr algn="l">
        <a:lnSpc>
          <a:spcPct val="100000"/>
        </a:lnSpc>
        <a:spcBef>
          <a:spcPts val="0"/>
        </a:spcBef>
        <a:spcAft>
          <a:spcPts val="0"/>
        </a:spcAft>
        <a:buNone/>
        <a:defRPr sz="1400" b="0" i="0" u="none" cap="none">
          <a:solidFill>
            <a:srgbClr val="000000"/>
          </a:solidFill>
          <a:latin typeface="Arial"/>
          <a:ea typeface="Arial"/>
          <a:cs typeface="Arial"/>
        </a:defRPr>
      </a:lvl7pPr>
      <a:lvl8pPr algn="l">
        <a:lnSpc>
          <a:spcPct val="100000"/>
        </a:lnSpc>
        <a:spcBef>
          <a:spcPts val="0"/>
        </a:spcBef>
        <a:spcAft>
          <a:spcPts val="0"/>
        </a:spcAft>
        <a:buNone/>
        <a:defRPr sz="1400" b="0" i="0" u="none" cap="none">
          <a:solidFill>
            <a:srgbClr val="000000"/>
          </a:solidFill>
          <a:latin typeface="Arial"/>
          <a:ea typeface="Arial"/>
          <a:cs typeface="Arial"/>
        </a:defRPr>
      </a:lvl8pPr>
      <a:lvl9pPr algn="l">
        <a:lnSpc>
          <a:spcPct val="100000"/>
        </a:lnSpc>
        <a:spcBef>
          <a:spcPts val="0"/>
        </a:spcBef>
        <a:spcAft>
          <a:spcPts val="0"/>
        </a:spcAft>
        <a:buNone/>
        <a:defRPr sz="1400" b="0" i="0" u="none" cap="none">
          <a:solidFill>
            <a:srgbClr val="000000"/>
          </a:solidFill>
          <a:latin typeface="Arial"/>
          <a:ea typeface="Arial"/>
          <a:cs typeface="Arial"/>
        </a:defRPr>
      </a:lvl9pPr>
    </p:titleStyle>
    <p:bodyStyle>
      <a:lvl1pPr algn="l">
        <a:lnSpc>
          <a:spcPct val="100000"/>
        </a:lnSpc>
        <a:spcBef>
          <a:spcPts val="0"/>
        </a:spcBef>
        <a:spcAft>
          <a:spcPts val="0"/>
        </a:spcAft>
        <a:buNone/>
        <a:defRPr sz="1400" b="0" i="0" u="none" cap="none">
          <a:solidFill>
            <a:srgbClr val="000000"/>
          </a:solidFill>
          <a:latin typeface="Arial"/>
          <a:ea typeface="Arial"/>
          <a:cs typeface="Arial"/>
        </a:defRPr>
      </a:lvl1pPr>
      <a:lvl2pPr algn="l">
        <a:lnSpc>
          <a:spcPct val="100000"/>
        </a:lnSpc>
        <a:spcBef>
          <a:spcPts val="0"/>
        </a:spcBef>
        <a:spcAft>
          <a:spcPts val="0"/>
        </a:spcAft>
        <a:buNone/>
        <a:defRPr sz="1400" b="0" i="0" u="none" cap="none">
          <a:solidFill>
            <a:srgbClr val="000000"/>
          </a:solidFill>
          <a:latin typeface="Arial"/>
          <a:ea typeface="Arial"/>
          <a:cs typeface="Arial"/>
        </a:defRPr>
      </a:lvl2pPr>
      <a:lvl3pPr algn="l">
        <a:lnSpc>
          <a:spcPct val="100000"/>
        </a:lnSpc>
        <a:spcBef>
          <a:spcPts val="0"/>
        </a:spcBef>
        <a:spcAft>
          <a:spcPts val="0"/>
        </a:spcAft>
        <a:buNone/>
        <a:defRPr sz="1400" b="0" i="0" u="none" cap="none">
          <a:solidFill>
            <a:srgbClr val="000000"/>
          </a:solidFill>
          <a:latin typeface="Arial"/>
          <a:ea typeface="Arial"/>
          <a:cs typeface="Arial"/>
        </a:defRPr>
      </a:lvl3pPr>
      <a:lvl4pPr algn="l">
        <a:lnSpc>
          <a:spcPct val="100000"/>
        </a:lnSpc>
        <a:spcBef>
          <a:spcPts val="0"/>
        </a:spcBef>
        <a:spcAft>
          <a:spcPts val="0"/>
        </a:spcAft>
        <a:buNone/>
        <a:defRPr sz="1400" b="0" i="0" u="none" cap="none">
          <a:solidFill>
            <a:srgbClr val="000000"/>
          </a:solidFill>
          <a:latin typeface="Arial"/>
          <a:ea typeface="Arial"/>
          <a:cs typeface="Arial"/>
        </a:defRPr>
      </a:lvl4pPr>
      <a:lvl5pPr algn="l">
        <a:lnSpc>
          <a:spcPct val="100000"/>
        </a:lnSpc>
        <a:spcBef>
          <a:spcPts val="0"/>
        </a:spcBef>
        <a:spcAft>
          <a:spcPts val="0"/>
        </a:spcAft>
        <a:buNone/>
        <a:defRPr sz="1400" b="0" i="0" u="none" cap="none">
          <a:solidFill>
            <a:srgbClr val="000000"/>
          </a:solidFill>
          <a:latin typeface="Arial"/>
          <a:ea typeface="Arial"/>
          <a:cs typeface="Arial"/>
        </a:defRPr>
      </a:lvl5pPr>
      <a:lvl6pPr algn="l">
        <a:lnSpc>
          <a:spcPct val="100000"/>
        </a:lnSpc>
        <a:spcBef>
          <a:spcPts val="0"/>
        </a:spcBef>
        <a:spcAft>
          <a:spcPts val="0"/>
        </a:spcAft>
        <a:buNone/>
        <a:defRPr sz="1400" b="0" i="0" u="none" cap="none">
          <a:solidFill>
            <a:srgbClr val="000000"/>
          </a:solidFill>
          <a:latin typeface="Arial"/>
          <a:ea typeface="Arial"/>
          <a:cs typeface="Arial"/>
        </a:defRPr>
      </a:lvl6pPr>
      <a:lvl7pPr algn="l">
        <a:lnSpc>
          <a:spcPct val="100000"/>
        </a:lnSpc>
        <a:spcBef>
          <a:spcPts val="0"/>
        </a:spcBef>
        <a:spcAft>
          <a:spcPts val="0"/>
        </a:spcAft>
        <a:buNone/>
        <a:defRPr sz="1400" b="0" i="0" u="none" cap="none">
          <a:solidFill>
            <a:srgbClr val="000000"/>
          </a:solidFill>
          <a:latin typeface="Arial"/>
          <a:ea typeface="Arial"/>
          <a:cs typeface="Arial"/>
        </a:defRPr>
      </a:lvl7pPr>
      <a:lvl8pPr algn="l">
        <a:lnSpc>
          <a:spcPct val="100000"/>
        </a:lnSpc>
        <a:spcBef>
          <a:spcPts val="0"/>
        </a:spcBef>
        <a:spcAft>
          <a:spcPts val="0"/>
        </a:spcAft>
        <a:buNone/>
        <a:defRPr sz="1400" b="0" i="0" u="none" cap="none">
          <a:solidFill>
            <a:srgbClr val="000000"/>
          </a:solidFill>
          <a:latin typeface="Arial"/>
          <a:ea typeface="Arial"/>
          <a:cs typeface="Arial"/>
        </a:defRPr>
      </a:lvl8pPr>
      <a:lvl9pPr algn="l">
        <a:lnSpc>
          <a:spcPct val="100000"/>
        </a:lnSpc>
        <a:spcBef>
          <a:spcPts val="0"/>
        </a:spcBef>
        <a:spcAft>
          <a:spcPts val="0"/>
        </a:spcAft>
        <a:buNone/>
        <a:defRPr sz="1400" b="0" i="0" u="none" cap="none">
          <a:solidFill>
            <a:srgbClr val="000000"/>
          </a:solidFill>
          <a:latin typeface="Arial"/>
          <a:ea typeface="Arial"/>
          <a:cs typeface="Arial"/>
        </a:defRPr>
      </a:lvl9pPr>
    </p:bodyStyle>
    <p:otherStyle>
      <a:lvl1pPr algn="l">
        <a:lnSpc>
          <a:spcPct val="100000"/>
        </a:lnSpc>
        <a:spcBef>
          <a:spcPts val="0"/>
        </a:spcBef>
        <a:spcAft>
          <a:spcPts val="0"/>
        </a:spcAft>
        <a:buNone/>
        <a:defRPr sz="1400" b="0" i="0" u="none" cap="none">
          <a:solidFill>
            <a:srgbClr val="000000"/>
          </a:solidFill>
          <a:latin typeface="Arial"/>
          <a:ea typeface="Arial"/>
          <a:cs typeface="Arial"/>
        </a:defRPr>
      </a:lvl1pPr>
      <a:lvl2pPr algn="l">
        <a:lnSpc>
          <a:spcPct val="100000"/>
        </a:lnSpc>
        <a:spcBef>
          <a:spcPts val="0"/>
        </a:spcBef>
        <a:spcAft>
          <a:spcPts val="0"/>
        </a:spcAft>
        <a:buNone/>
        <a:defRPr sz="1400" b="0" i="0" u="none" cap="none">
          <a:solidFill>
            <a:srgbClr val="000000"/>
          </a:solidFill>
          <a:latin typeface="Arial"/>
          <a:ea typeface="Arial"/>
          <a:cs typeface="Arial"/>
        </a:defRPr>
      </a:lvl2pPr>
      <a:lvl3pPr algn="l">
        <a:lnSpc>
          <a:spcPct val="100000"/>
        </a:lnSpc>
        <a:spcBef>
          <a:spcPts val="0"/>
        </a:spcBef>
        <a:spcAft>
          <a:spcPts val="0"/>
        </a:spcAft>
        <a:buNone/>
        <a:defRPr sz="1400" b="0" i="0" u="none" cap="none">
          <a:solidFill>
            <a:srgbClr val="000000"/>
          </a:solidFill>
          <a:latin typeface="Arial"/>
          <a:ea typeface="Arial"/>
          <a:cs typeface="Arial"/>
        </a:defRPr>
      </a:lvl3pPr>
      <a:lvl4pPr algn="l">
        <a:lnSpc>
          <a:spcPct val="100000"/>
        </a:lnSpc>
        <a:spcBef>
          <a:spcPts val="0"/>
        </a:spcBef>
        <a:spcAft>
          <a:spcPts val="0"/>
        </a:spcAft>
        <a:buNone/>
        <a:defRPr sz="1400" b="0" i="0" u="none" cap="none">
          <a:solidFill>
            <a:srgbClr val="000000"/>
          </a:solidFill>
          <a:latin typeface="Arial"/>
          <a:ea typeface="Arial"/>
          <a:cs typeface="Arial"/>
        </a:defRPr>
      </a:lvl4pPr>
      <a:lvl5pPr algn="l">
        <a:lnSpc>
          <a:spcPct val="100000"/>
        </a:lnSpc>
        <a:spcBef>
          <a:spcPts val="0"/>
        </a:spcBef>
        <a:spcAft>
          <a:spcPts val="0"/>
        </a:spcAft>
        <a:buNone/>
        <a:defRPr sz="1400" b="0" i="0" u="none" cap="none">
          <a:solidFill>
            <a:srgbClr val="000000"/>
          </a:solidFill>
          <a:latin typeface="Arial"/>
          <a:ea typeface="Arial"/>
          <a:cs typeface="Arial"/>
        </a:defRPr>
      </a:lvl5pPr>
      <a:lvl6pPr algn="l">
        <a:lnSpc>
          <a:spcPct val="100000"/>
        </a:lnSpc>
        <a:spcBef>
          <a:spcPts val="0"/>
        </a:spcBef>
        <a:spcAft>
          <a:spcPts val="0"/>
        </a:spcAft>
        <a:buNone/>
        <a:defRPr sz="1400" b="0" i="0" u="none" cap="none">
          <a:solidFill>
            <a:srgbClr val="000000"/>
          </a:solidFill>
          <a:latin typeface="Arial"/>
          <a:ea typeface="Arial"/>
          <a:cs typeface="Arial"/>
        </a:defRPr>
      </a:lvl6pPr>
      <a:lvl7pPr algn="l">
        <a:lnSpc>
          <a:spcPct val="100000"/>
        </a:lnSpc>
        <a:spcBef>
          <a:spcPts val="0"/>
        </a:spcBef>
        <a:spcAft>
          <a:spcPts val="0"/>
        </a:spcAft>
        <a:buNone/>
        <a:defRPr sz="1400" b="0" i="0" u="none" cap="none">
          <a:solidFill>
            <a:srgbClr val="000000"/>
          </a:solidFill>
          <a:latin typeface="Arial"/>
          <a:ea typeface="Arial"/>
          <a:cs typeface="Arial"/>
        </a:defRPr>
      </a:lvl7pPr>
      <a:lvl8pPr algn="l">
        <a:lnSpc>
          <a:spcPct val="100000"/>
        </a:lnSpc>
        <a:spcBef>
          <a:spcPts val="0"/>
        </a:spcBef>
        <a:spcAft>
          <a:spcPts val="0"/>
        </a:spcAft>
        <a:buNone/>
        <a:defRPr sz="1400" b="0" i="0" u="none" cap="none">
          <a:solidFill>
            <a:srgbClr val="000000"/>
          </a:solidFill>
          <a:latin typeface="Arial"/>
          <a:ea typeface="Arial"/>
          <a:cs typeface="Arial"/>
        </a:defRPr>
      </a:lvl8pPr>
      <a:lvl9pPr algn="l">
        <a:lnSpc>
          <a:spcPct val="100000"/>
        </a:lnSpc>
        <a:spcBef>
          <a:spcPts val="0"/>
        </a:spcBef>
        <a:spcAft>
          <a:spcPts val="0"/>
        </a:spcAft>
        <a:buNone/>
        <a:defRPr sz="1400" b="0" i="0" u="none" cap="none">
          <a:solidFill>
            <a:srgbClr val="000000"/>
          </a:solidFill>
          <a:latin typeface="Arial"/>
          <a:ea typeface="Arial"/>
          <a:cs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5.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4.svg"/><Relationship Id="rId2" Type="http://schemas.openxmlformats.org/officeDocument/2006/relationships/notesSlide" Target="../notesSlides/notesSlide3.xml"/><Relationship Id="rId1" Type="http://schemas.openxmlformats.org/officeDocument/2006/relationships/slideLayout" Target="../slideLayouts/slideLayout5.xml"/><Relationship Id="rId6" Type="http://schemas.openxmlformats.org/officeDocument/2006/relationships/image" Target="../media/image3.png"/><Relationship Id="rId5" Type="http://schemas.openxmlformats.org/officeDocument/2006/relationships/image" Target="../media/image1.jpeg"/><Relationship Id="rId4"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Google Shape;93;p15">
            <a:extLst>
              <a:ext uri="{FF2B5EF4-FFF2-40B4-BE49-F238E27FC236}">
                <a16:creationId xmlns:a16="http://schemas.microsoft.com/office/drawing/2014/main" id="{6E1E1F57-CA6F-4E94-827C-54BF9030FA40}"/>
              </a:ext>
            </a:extLst>
          </p:cNvPr>
          <p:cNvSpPr>
            <a:spLocks noGrp="1"/>
          </p:cNvSpPr>
          <p:nvPr/>
        </p:nvSpPr>
        <p:spPr>
          <a:xfrm>
            <a:off x="0" y="1007941"/>
            <a:ext cx="12192000" cy="5099198"/>
          </a:xfrm>
          <a:prstGeom prst="rect">
            <a:avLst/>
          </a:prstGeom>
          <a:gradFill>
            <a:gsLst>
              <a:gs pos="0">
                <a:srgbClr val="005A33"/>
              </a:gs>
              <a:gs pos="18000">
                <a:srgbClr val="005A33"/>
              </a:gs>
              <a:gs pos="71000">
                <a:srgbClr val="71A18B"/>
              </a:gs>
              <a:gs pos="100000">
                <a:srgbClr val="E1E5E2"/>
              </a:gs>
            </a:gsLst>
            <a:path path="circle">
              <a:fillToRect r="100000" b="100000"/>
            </a:path>
          </a:gradFill>
          <a:ln>
            <a:noFill/>
          </a:ln>
        </p:spPr>
        <p:txBody>
          <a:bodyPr spcFirstLastPara="1" wrap="square" lIns="91425" tIns="45700" rIns="91425" bIns="45700" anchor="ctr">
            <a:noAutofit/>
          </a:bodyPr>
          <a:lstStyle/>
          <a:p>
            <a:pPr marL="0" indent="0" algn="ctr">
              <a:spcBef>
                <a:spcPts val="0"/>
              </a:spcBef>
              <a:spcAft>
                <a:spcPts val="0"/>
              </a:spcAft>
              <a:buNone/>
            </a:pPr>
            <a:endParaRPr/>
          </a:p>
        </p:txBody>
      </p:sp>
      <p:sp>
        <p:nvSpPr>
          <p:cNvPr id="94" name="Google Shape;94;p15">
            <a:extLst>
              <a:ext uri="{FF2B5EF4-FFF2-40B4-BE49-F238E27FC236}">
                <a16:creationId xmlns:a16="http://schemas.microsoft.com/office/drawing/2014/main" id="{F92B7B68-415E-432F-B67A-8645062FAD16}"/>
              </a:ext>
            </a:extLst>
          </p:cNvPr>
          <p:cNvSpPr>
            <a:spLocks noGrp="1"/>
          </p:cNvSpPr>
          <p:nvPr>
            <p:ph type="ctrTitle" idx="4294967295"/>
          </p:nvPr>
        </p:nvSpPr>
        <p:spPr>
          <a:xfrm>
            <a:off x="179135" y="2259724"/>
            <a:ext cx="8659040" cy="872359"/>
          </a:xfrm>
          <a:prstGeom prst="rect">
            <a:avLst/>
          </a:prstGeom>
          <a:noFill/>
          <a:ln>
            <a:noFill/>
          </a:ln>
        </p:spPr>
        <p:txBody>
          <a:bodyPr spcFirstLastPara="1" wrap="square" lIns="91425" tIns="45700" rIns="91425" bIns="45700" anchor="b">
            <a:noAutofit/>
          </a:bodyPr>
          <a:lstStyle/>
          <a:p>
            <a:pPr algn="l">
              <a:buNone/>
            </a:pPr>
            <a:r>
              <a:rPr sz="3600" b="1" dirty="0">
                <a:solidFill>
                  <a:schemeClr val="lt1"/>
                </a:solidFill>
                <a:latin typeface="Times New Roman"/>
                <a:ea typeface="Times New Roman"/>
                <a:cs typeface="Times New Roman"/>
              </a:rPr>
              <a:t>Learning visual affordance from human activity video</a:t>
            </a:r>
            <a:r>
              <a:rPr lang="en-US" altLang="zh-CN" sz="3600" b="1" dirty="0">
                <a:solidFill>
                  <a:schemeClr val="lt1"/>
                </a:solidFill>
                <a:latin typeface="Times New Roman"/>
                <a:ea typeface="Times New Roman"/>
                <a:cs typeface="Times New Roman"/>
              </a:rPr>
              <a:t>s</a:t>
            </a:r>
            <a:r>
              <a:rPr sz="3600" b="1" dirty="0">
                <a:solidFill>
                  <a:schemeClr val="lt1"/>
                </a:solidFill>
                <a:latin typeface="Times New Roman"/>
                <a:ea typeface="Times New Roman"/>
                <a:cs typeface="Times New Roman"/>
              </a:rPr>
              <a:t> for embodied AI</a:t>
            </a:r>
          </a:p>
        </p:txBody>
      </p:sp>
      <p:pic>
        <p:nvPicPr>
          <p:cNvPr id="95" name="Google Shape;96;p15"/>
          <p:cNvPicPr>
            <a:picLocks noChangeAspect="1"/>
          </p:cNvPicPr>
          <p:nvPr/>
        </p:nvPicPr>
        <p:blipFill>
          <a:blip r:embed="rId3">
            <a:clrChange>
              <a:clrFrom>
                <a:srgbClr val="FFFFFF"/>
              </a:clrFrom>
              <a:clrTo>
                <a:srgbClr val="FFFFFF">
                  <a:alpha val="0"/>
                </a:srgbClr>
              </a:clrTo>
            </a:clrChange>
            <a:alphaModFix amt="50000"/>
          </a:blip>
          <a:srcRect/>
          <a:stretch/>
        </p:blipFill>
        <p:spPr>
          <a:xfrm>
            <a:off x="8886221" y="2078489"/>
            <a:ext cx="2943944" cy="3309744"/>
          </a:xfrm>
          <a:prstGeom prst="rect">
            <a:avLst/>
          </a:prstGeom>
        </p:spPr>
      </p:pic>
      <p:pic>
        <p:nvPicPr>
          <p:cNvPr id="96" name="Google Shape;97;p15"/>
          <p:cNvPicPr>
            <a:picLocks noChangeAspect="1"/>
          </p:cNvPicPr>
          <p:nvPr/>
        </p:nvPicPr>
        <p:blipFill>
          <a:blip r:embed="rId4"/>
          <a:srcRect/>
          <a:stretch/>
        </p:blipFill>
        <p:spPr>
          <a:xfrm>
            <a:off x="8351700" y="87871"/>
            <a:ext cx="3478465" cy="709523"/>
          </a:xfrm>
          <a:prstGeom prst="rect">
            <a:avLst/>
          </a:prstGeom>
        </p:spPr>
      </p:pic>
      <p:sp>
        <p:nvSpPr>
          <p:cNvPr id="7" name="Google Shape;94;p15">
            <a:extLst>
              <a:ext uri="{FF2B5EF4-FFF2-40B4-BE49-F238E27FC236}">
                <a16:creationId xmlns:a16="http://schemas.microsoft.com/office/drawing/2014/main" id="{38A3075B-4EF3-E1D6-8D83-0E64CA2A7C6A}"/>
              </a:ext>
            </a:extLst>
          </p:cNvPr>
          <p:cNvSpPr>
            <a:spLocks noGrp="1"/>
          </p:cNvSpPr>
          <p:nvPr/>
        </p:nvSpPr>
        <p:spPr>
          <a:xfrm>
            <a:off x="179135" y="3557540"/>
            <a:ext cx="8659040" cy="1839310"/>
          </a:xfrm>
          <a:prstGeom prst="rect">
            <a:avLst/>
          </a:prstGeom>
          <a:noFill/>
          <a:ln>
            <a:noFill/>
          </a:ln>
        </p:spPr>
        <p:txBody>
          <a:bodyPr spcFirstLastPara="1" wrap="square" lIns="91425" tIns="45700" rIns="91425" bIns="45700" anchor="b">
            <a:normAutofit/>
          </a:bodyPr>
          <a:lstStyle>
            <a:lvl1pPr algn="ctr">
              <a:lnSpc>
                <a:spcPct val="90000"/>
              </a:lnSpc>
              <a:spcBef>
                <a:spcPts val="0"/>
              </a:spcBef>
              <a:spcAft>
                <a:spcPts val="0"/>
              </a:spcAft>
              <a:buNone/>
              <a:defRPr sz="6000" b="0" i="0" u="none" cap="none">
                <a:solidFill>
                  <a:schemeClr val="dk1"/>
                </a:solidFill>
                <a:latin typeface="Arial"/>
                <a:ea typeface="Arial"/>
                <a:cs typeface="Arial"/>
              </a:defRPr>
            </a:lvl1pPr>
            <a:lvl2pPr algn="l">
              <a:lnSpc>
                <a:spcPct val="100000"/>
              </a:lnSpc>
              <a:spcBef>
                <a:spcPts val="0"/>
              </a:spcBef>
              <a:spcAft>
                <a:spcPts val="0"/>
              </a:spcAft>
              <a:buNone/>
              <a:defRPr sz="1800" b="0" i="0" u="none" cap="none">
                <a:solidFill>
                  <a:srgbClr val="000000"/>
                </a:solidFill>
                <a:latin typeface="Arial"/>
                <a:ea typeface="Arial"/>
                <a:cs typeface="Arial"/>
              </a:defRPr>
            </a:lvl2pPr>
            <a:lvl3pPr algn="l">
              <a:lnSpc>
                <a:spcPct val="100000"/>
              </a:lnSpc>
              <a:spcBef>
                <a:spcPts val="0"/>
              </a:spcBef>
              <a:spcAft>
                <a:spcPts val="0"/>
              </a:spcAft>
              <a:buNone/>
              <a:defRPr sz="1800" b="0" i="0" u="none" cap="none">
                <a:solidFill>
                  <a:srgbClr val="000000"/>
                </a:solidFill>
                <a:latin typeface="Arial"/>
                <a:ea typeface="Arial"/>
                <a:cs typeface="Arial"/>
              </a:defRPr>
            </a:lvl3pPr>
            <a:lvl4pPr algn="l">
              <a:lnSpc>
                <a:spcPct val="100000"/>
              </a:lnSpc>
              <a:spcBef>
                <a:spcPts val="0"/>
              </a:spcBef>
              <a:spcAft>
                <a:spcPts val="0"/>
              </a:spcAft>
              <a:buNone/>
              <a:defRPr sz="1800" b="0" i="0" u="none" cap="none">
                <a:solidFill>
                  <a:srgbClr val="000000"/>
                </a:solidFill>
                <a:latin typeface="Arial"/>
                <a:ea typeface="Arial"/>
                <a:cs typeface="Arial"/>
              </a:defRPr>
            </a:lvl4pPr>
            <a:lvl5pPr algn="l">
              <a:lnSpc>
                <a:spcPct val="100000"/>
              </a:lnSpc>
              <a:spcBef>
                <a:spcPts val="0"/>
              </a:spcBef>
              <a:spcAft>
                <a:spcPts val="0"/>
              </a:spcAft>
              <a:buNone/>
              <a:defRPr sz="1800" b="0" i="0" u="none" cap="none">
                <a:solidFill>
                  <a:srgbClr val="000000"/>
                </a:solidFill>
                <a:latin typeface="Arial"/>
                <a:ea typeface="Arial"/>
                <a:cs typeface="Arial"/>
              </a:defRPr>
            </a:lvl5pPr>
            <a:lvl6pPr algn="l">
              <a:lnSpc>
                <a:spcPct val="100000"/>
              </a:lnSpc>
              <a:spcBef>
                <a:spcPts val="0"/>
              </a:spcBef>
              <a:spcAft>
                <a:spcPts val="0"/>
              </a:spcAft>
              <a:buNone/>
              <a:defRPr sz="1800" b="0" i="0" u="none" cap="none">
                <a:solidFill>
                  <a:srgbClr val="000000"/>
                </a:solidFill>
                <a:latin typeface="Arial"/>
                <a:ea typeface="Arial"/>
                <a:cs typeface="Arial"/>
              </a:defRPr>
            </a:lvl6pPr>
            <a:lvl7pPr algn="l">
              <a:lnSpc>
                <a:spcPct val="100000"/>
              </a:lnSpc>
              <a:spcBef>
                <a:spcPts val="0"/>
              </a:spcBef>
              <a:spcAft>
                <a:spcPts val="0"/>
              </a:spcAft>
              <a:buNone/>
              <a:defRPr sz="1800" b="0" i="0" u="none" cap="none">
                <a:solidFill>
                  <a:srgbClr val="000000"/>
                </a:solidFill>
                <a:latin typeface="Arial"/>
                <a:ea typeface="Arial"/>
                <a:cs typeface="Arial"/>
              </a:defRPr>
            </a:lvl7pPr>
            <a:lvl8pPr algn="l">
              <a:lnSpc>
                <a:spcPct val="100000"/>
              </a:lnSpc>
              <a:spcBef>
                <a:spcPts val="0"/>
              </a:spcBef>
              <a:spcAft>
                <a:spcPts val="0"/>
              </a:spcAft>
              <a:buNone/>
              <a:defRPr sz="1800" b="0" i="0" u="none" cap="none">
                <a:solidFill>
                  <a:srgbClr val="000000"/>
                </a:solidFill>
                <a:latin typeface="Arial"/>
                <a:ea typeface="Arial"/>
                <a:cs typeface="Arial"/>
              </a:defRPr>
            </a:lvl8pPr>
            <a:lvl9pPr algn="l">
              <a:lnSpc>
                <a:spcPct val="100000"/>
              </a:lnSpc>
              <a:spcBef>
                <a:spcPts val="0"/>
              </a:spcBef>
              <a:spcAft>
                <a:spcPts val="0"/>
              </a:spcAft>
              <a:buNone/>
              <a:defRPr sz="1800" b="0" i="0" u="none" cap="none">
                <a:solidFill>
                  <a:srgbClr val="000000"/>
                </a:solidFill>
                <a:latin typeface="Arial"/>
                <a:ea typeface="Arial"/>
                <a:cs typeface="Arial"/>
              </a:defRPr>
            </a:lvl9pPr>
          </a:lstStyle>
          <a:p>
            <a:pPr algn="l">
              <a:buNone/>
            </a:pPr>
            <a:r>
              <a:rPr sz="2000" b="1" dirty="0">
                <a:solidFill>
                  <a:schemeClr val="lt1"/>
                </a:solidFill>
                <a:latin typeface="Times New Roman"/>
                <a:ea typeface="Times New Roman"/>
                <a:cs typeface="Times New Roman"/>
              </a:rPr>
              <a:t>Supervisor: Prof.</a:t>
            </a:r>
            <a:r>
              <a:rPr lang="zh-CN" altLang="en-US" sz="2000" b="1" dirty="0">
                <a:solidFill>
                  <a:schemeClr val="lt1"/>
                </a:solidFill>
                <a:latin typeface="Times New Roman"/>
                <a:ea typeface="Times New Roman"/>
                <a:cs typeface="Times New Roman"/>
              </a:rPr>
              <a:t> </a:t>
            </a:r>
            <a:r>
              <a:rPr sz="2000" b="1" dirty="0" err="1">
                <a:solidFill>
                  <a:schemeClr val="lt1"/>
                </a:solidFill>
                <a:latin typeface="Times New Roman"/>
                <a:ea typeface="Times New Roman"/>
                <a:cs typeface="Times New Roman"/>
              </a:rPr>
              <a:t>Zhongliang</a:t>
            </a:r>
            <a:r>
              <a:rPr sz="2000" b="1" dirty="0">
                <a:solidFill>
                  <a:schemeClr val="lt1"/>
                </a:solidFill>
                <a:latin typeface="Times New Roman"/>
                <a:ea typeface="Times New Roman"/>
                <a:cs typeface="Times New Roman"/>
              </a:rPr>
              <a:t> Jiang</a:t>
            </a:r>
          </a:p>
          <a:p>
            <a:pPr algn="l">
              <a:buNone/>
            </a:pPr>
            <a:r>
              <a:rPr sz="2000" b="1" dirty="0">
                <a:solidFill>
                  <a:schemeClr val="lt1"/>
                </a:solidFill>
                <a:latin typeface="Times New Roman"/>
                <a:ea typeface="Times New Roman"/>
                <a:cs typeface="Times New Roman"/>
              </a:rPr>
              <a:t>Moderator: Prof. KWOK Kawai</a:t>
            </a:r>
            <a:endParaRPr lang="en-US" sz="2000" b="1" dirty="0">
              <a:solidFill>
                <a:schemeClr val="lt1"/>
              </a:solidFill>
              <a:latin typeface="Times New Roman"/>
              <a:ea typeface="Times New Roman"/>
              <a:cs typeface="Times New Roman"/>
            </a:endParaRPr>
          </a:p>
          <a:p>
            <a:pPr algn="l">
              <a:buNone/>
            </a:pPr>
            <a:r>
              <a:rPr lang="en-US" altLang="zh-CN" sz="2000" b="1" dirty="0">
                <a:solidFill>
                  <a:schemeClr val="lt1"/>
                </a:solidFill>
                <a:latin typeface="Times New Roman"/>
                <a:ea typeface="Times New Roman"/>
                <a:cs typeface="Times New Roman"/>
              </a:rPr>
              <a:t>Mentor:</a:t>
            </a:r>
            <a:r>
              <a:rPr lang="zh-CN" altLang="en-US" sz="2000" b="1" dirty="0">
                <a:solidFill>
                  <a:schemeClr val="lt1"/>
                </a:solidFill>
                <a:latin typeface="Times New Roman"/>
                <a:ea typeface="Times New Roman"/>
                <a:cs typeface="Times New Roman"/>
              </a:rPr>
              <a:t> </a:t>
            </a:r>
            <a:r>
              <a:rPr lang="en-US" altLang="zh-CN" sz="2000" b="1" dirty="0">
                <a:solidFill>
                  <a:schemeClr val="lt1"/>
                </a:solidFill>
                <a:latin typeface="Times New Roman"/>
                <a:ea typeface="Times New Roman"/>
                <a:cs typeface="Times New Roman"/>
              </a:rPr>
              <a:t>Yao</a:t>
            </a:r>
            <a:r>
              <a:rPr lang="zh-CN" altLang="en-US" sz="2000" b="1" dirty="0">
                <a:solidFill>
                  <a:schemeClr val="lt1"/>
                </a:solidFill>
                <a:latin typeface="Times New Roman"/>
                <a:ea typeface="Times New Roman"/>
                <a:cs typeface="Times New Roman"/>
              </a:rPr>
              <a:t> </a:t>
            </a:r>
            <a:r>
              <a:rPr lang="en-US" altLang="zh-CN" sz="2000" b="1" dirty="0">
                <a:solidFill>
                  <a:schemeClr val="lt1"/>
                </a:solidFill>
                <a:latin typeface="Times New Roman"/>
                <a:ea typeface="Times New Roman"/>
                <a:cs typeface="Times New Roman"/>
              </a:rPr>
              <a:t>Zhong</a:t>
            </a:r>
            <a:endParaRPr sz="2000" b="1" dirty="0">
              <a:solidFill>
                <a:schemeClr val="lt1"/>
              </a:solidFill>
              <a:latin typeface="Times New Roman"/>
              <a:ea typeface="Times New Roman"/>
              <a:cs typeface="Times New Roman"/>
            </a:endParaRPr>
          </a:p>
          <a:p>
            <a:pPr algn="l">
              <a:buNone/>
            </a:pPr>
            <a:r>
              <a:rPr sz="2000" b="1" dirty="0">
                <a:solidFill>
                  <a:schemeClr val="lt1"/>
                </a:solidFill>
                <a:latin typeface="Times New Roman"/>
                <a:ea typeface="Times New Roman"/>
                <a:cs typeface="Times New Roman"/>
              </a:rPr>
              <a:t>Respondent: Huen Li</a:t>
            </a:r>
          </a:p>
          <a:p>
            <a:pPr algn="l">
              <a:buNone/>
            </a:pPr>
            <a:endParaRPr sz="2000" b="1" dirty="0">
              <a:solidFill>
                <a:schemeClr val="lt1"/>
              </a:solidFill>
              <a:latin typeface="Times New Roman"/>
              <a:ea typeface="Times New Roman"/>
              <a:cs typeface="Times New Roman"/>
            </a:endParaRPr>
          </a:p>
          <a:p>
            <a:pPr algn="l">
              <a:buNone/>
            </a:pPr>
            <a:r>
              <a:rPr sz="2000" b="1" dirty="0">
                <a:solidFill>
                  <a:schemeClr val="lt1"/>
                </a:solidFill>
                <a:latin typeface="Times New Roman"/>
                <a:ea typeface="Times New Roman"/>
                <a:cs typeface="Times New Roman"/>
              </a:rPr>
              <a:t>2026.6.15</a:t>
            </a:r>
          </a:p>
        </p:txBody>
      </p:sp>
      <p:pic>
        <p:nvPicPr>
          <p:cNvPr id="9" name="图形 8">
            <a:extLst>
              <a:ext uri="{FF2B5EF4-FFF2-40B4-BE49-F238E27FC236}">
                <a16:creationId xmlns:a16="http://schemas.microsoft.com/office/drawing/2014/main" id="{CE455C76-A134-61C2-DBFA-86965AA9A2B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79135" y="87871"/>
            <a:ext cx="1987296" cy="707342"/>
          </a:xfrm>
          <a:prstGeom prst="rect">
            <a:avLst/>
          </a:prstGeom>
        </p:spPr>
      </p:pic>
    </p:spTree>
    <p:extLst>
      <p:ext uri="{BB962C8B-B14F-4D97-AF65-F5344CB8AC3E}">
        <p14:creationId xmlns:p14="http://schemas.microsoft.com/office/powerpoint/2010/main" val="14582012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B209C7-E6EF-7414-0FFC-C13CFF7480E7}"/>
            </a:ext>
          </a:extLst>
        </p:cNvPr>
        <p:cNvGrpSpPr/>
        <p:nvPr/>
      </p:nvGrpSpPr>
      <p:grpSpPr>
        <a:xfrm>
          <a:off x="0" y="0"/>
          <a:ext cx="0" cy="0"/>
          <a:chOff x="0" y="0"/>
          <a:chExt cx="0" cy="0"/>
        </a:xfrm>
      </p:grpSpPr>
      <p:pic>
        <p:nvPicPr>
          <p:cNvPr id="162" name="Google Shape;162;p23">
            <a:extLst>
              <a:ext uri="{FF2B5EF4-FFF2-40B4-BE49-F238E27FC236}">
                <a16:creationId xmlns:a16="http://schemas.microsoft.com/office/drawing/2014/main" id="{5E00C23A-4002-1E16-0F15-3FA5C0BAAB7C}"/>
              </a:ext>
            </a:extLst>
          </p:cNvPr>
          <p:cNvPicPr>
            <a:picLocks noChangeAspect="1"/>
          </p:cNvPicPr>
          <p:nvPr/>
        </p:nvPicPr>
        <p:blipFill>
          <a:blip r:embed="rId3"/>
          <a:srcRect/>
          <a:stretch/>
        </p:blipFill>
        <p:spPr>
          <a:xfrm>
            <a:off x="11113614" y="80390"/>
            <a:ext cx="678337" cy="766321"/>
          </a:xfrm>
          <a:prstGeom prst="rect">
            <a:avLst/>
          </a:prstGeom>
        </p:spPr>
      </p:pic>
      <p:sp>
        <p:nvSpPr>
          <p:cNvPr id="164" name="Google Shape;164;p23">
            <a:extLst>
              <a:ext uri="{FF2B5EF4-FFF2-40B4-BE49-F238E27FC236}">
                <a16:creationId xmlns:a16="http://schemas.microsoft.com/office/drawing/2014/main" id="{D1517B9B-77B9-4572-128D-1E041FD0A6BB}"/>
              </a:ext>
            </a:extLst>
          </p:cNvPr>
          <p:cNvSpPr>
            <a:spLocks noGrp="1"/>
          </p:cNvSpPr>
          <p:nvPr/>
        </p:nvSpPr>
        <p:spPr>
          <a:xfrm>
            <a:off x="2483825" y="2898462"/>
            <a:ext cx="8161500" cy="692700"/>
          </a:xfrm>
          <a:prstGeom prst="rect">
            <a:avLst/>
          </a:prstGeom>
          <a:noFill/>
          <a:ln>
            <a:noFill/>
          </a:ln>
        </p:spPr>
        <p:txBody>
          <a:bodyPr spcFirstLastPara="1" wrap="square" lIns="91425" tIns="91425" rIns="91425" bIns="91425" anchor="t">
            <a:spAutoFit/>
          </a:bodyPr>
          <a:lstStyle/>
          <a:p>
            <a:pPr marL="0" indent="0" algn="l">
              <a:spcBef>
                <a:spcPts val="0"/>
              </a:spcBef>
              <a:spcAft>
                <a:spcPts val="0"/>
              </a:spcAft>
              <a:buNone/>
            </a:pPr>
            <a:endParaRPr/>
          </a:p>
        </p:txBody>
      </p:sp>
      <p:pic>
        <p:nvPicPr>
          <p:cNvPr id="8" name="Google Shape;97;p15">
            <a:extLst>
              <a:ext uri="{FF2B5EF4-FFF2-40B4-BE49-F238E27FC236}">
                <a16:creationId xmlns:a16="http://schemas.microsoft.com/office/drawing/2014/main" id="{63B06F44-025F-C0AF-38BA-647EC65B8108}"/>
              </a:ext>
            </a:extLst>
          </p:cNvPr>
          <p:cNvPicPr>
            <a:picLocks noChangeAspect="1"/>
          </p:cNvPicPr>
          <p:nvPr/>
        </p:nvPicPr>
        <p:blipFill>
          <a:blip r:embed="rId4"/>
          <a:srcRect/>
          <a:stretch/>
        </p:blipFill>
        <p:spPr>
          <a:xfrm>
            <a:off x="10071611" y="102788"/>
            <a:ext cx="2084005" cy="425087"/>
          </a:xfrm>
          <a:prstGeom prst="rect">
            <a:avLst/>
          </a:prstGeom>
        </p:spPr>
      </p:pic>
      <p:sp>
        <p:nvSpPr>
          <p:cNvPr id="11" name="灯片编号占位符 10">
            <a:extLst>
              <a:ext uri="{FF2B5EF4-FFF2-40B4-BE49-F238E27FC236}">
                <a16:creationId xmlns:a16="http://schemas.microsoft.com/office/drawing/2014/main" id="{C13D95BA-9A37-8082-DC24-BDAD6EC6BC07}"/>
              </a:ext>
            </a:extLst>
          </p:cNvPr>
          <p:cNvSpPr>
            <a:spLocks noGrp="1"/>
          </p:cNvSpPr>
          <p:nvPr>
            <p:ph type="sldNum" idx="12"/>
          </p:nvPr>
        </p:nvSpPr>
        <p:spPr>
          <a:xfrm>
            <a:off x="9048751" y="6415195"/>
            <a:ext cx="2743200" cy="365125"/>
          </a:xfrm>
        </p:spPr>
        <p:txBody>
          <a:bodyPr/>
          <a:lstStyle/>
          <a:p>
            <a:r>
              <a:rPr lang="en-US" altLang="zh-CN" dirty="0"/>
              <a:t>2</a:t>
            </a:r>
            <a:endParaRPr lang="zh-CN" altLang="en-US" dirty="0"/>
          </a:p>
        </p:txBody>
      </p:sp>
      <p:pic>
        <p:nvPicPr>
          <p:cNvPr id="12" name="图形 11">
            <a:extLst>
              <a:ext uri="{FF2B5EF4-FFF2-40B4-BE49-F238E27FC236}">
                <a16:creationId xmlns:a16="http://schemas.microsoft.com/office/drawing/2014/main" id="{CF6BEA98-4220-BA73-CB00-6297CF1F487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30143" y="80390"/>
            <a:ext cx="1729193" cy="615475"/>
          </a:xfrm>
          <a:prstGeom prst="rect">
            <a:avLst/>
          </a:prstGeom>
        </p:spPr>
      </p:pic>
    </p:spTree>
    <p:extLst>
      <p:ext uri="{BB962C8B-B14F-4D97-AF65-F5344CB8AC3E}">
        <p14:creationId xmlns:p14="http://schemas.microsoft.com/office/powerpoint/2010/main" val="16870100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28EC0B-60FF-3D16-B8CA-C355E58072C2}"/>
            </a:ext>
          </a:extLst>
        </p:cNvPr>
        <p:cNvGrpSpPr/>
        <p:nvPr/>
      </p:nvGrpSpPr>
      <p:grpSpPr>
        <a:xfrm>
          <a:off x="0" y="0"/>
          <a:ext cx="0" cy="0"/>
          <a:chOff x="0" y="0"/>
          <a:chExt cx="0" cy="0"/>
        </a:xfrm>
      </p:grpSpPr>
      <p:pic>
        <p:nvPicPr>
          <p:cNvPr id="2" name="Google Shape;92;p15">
            <a:extLst>
              <a:ext uri="{FF2B5EF4-FFF2-40B4-BE49-F238E27FC236}">
                <a16:creationId xmlns:a16="http://schemas.microsoft.com/office/drawing/2014/main" id="{F75E032F-2593-58E4-115E-7F6CDBFC60A6}"/>
              </a:ext>
            </a:extLst>
          </p:cNvPr>
          <p:cNvPicPr>
            <a:picLocks noChangeAspect="1"/>
          </p:cNvPicPr>
          <p:nvPr/>
        </p:nvPicPr>
        <p:blipFill>
          <a:blip r:embed="rId3"/>
          <a:srcRect/>
          <a:stretch/>
        </p:blipFill>
        <p:spPr>
          <a:xfrm>
            <a:off x="263828" y="433620"/>
            <a:ext cx="4743602" cy="967580"/>
          </a:xfrm>
          <a:prstGeom prst="rect">
            <a:avLst/>
          </a:prstGeom>
        </p:spPr>
      </p:pic>
      <p:sp>
        <p:nvSpPr>
          <p:cNvPr id="93" name="Google Shape;93;p15">
            <a:extLst>
              <a:ext uri="{FF2B5EF4-FFF2-40B4-BE49-F238E27FC236}">
                <a16:creationId xmlns:a16="http://schemas.microsoft.com/office/drawing/2014/main" id="{97EE74ED-B12B-7C43-026B-65D02F59C23E}"/>
              </a:ext>
            </a:extLst>
          </p:cNvPr>
          <p:cNvSpPr>
            <a:spLocks noGrp="1"/>
          </p:cNvSpPr>
          <p:nvPr/>
        </p:nvSpPr>
        <p:spPr>
          <a:xfrm>
            <a:off x="0" y="1469768"/>
            <a:ext cx="12192000" cy="5099198"/>
          </a:xfrm>
          <a:prstGeom prst="rect">
            <a:avLst/>
          </a:prstGeom>
          <a:gradFill>
            <a:gsLst>
              <a:gs pos="0">
                <a:srgbClr val="005A33"/>
              </a:gs>
              <a:gs pos="18000">
                <a:srgbClr val="005A33"/>
              </a:gs>
              <a:gs pos="71000">
                <a:srgbClr val="71A18B"/>
              </a:gs>
              <a:gs pos="100000">
                <a:srgbClr val="E1E5E2"/>
              </a:gs>
            </a:gsLst>
            <a:path path="circle">
              <a:fillToRect r="100000" b="100000"/>
            </a:path>
          </a:gradFill>
          <a:ln>
            <a:noFill/>
          </a:ln>
        </p:spPr>
        <p:txBody>
          <a:bodyPr spcFirstLastPara="1" wrap="square" lIns="91425" tIns="45700" rIns="91425" bIns="45700" anchor="ctr">
            <a:noAutofit/>
          </a:bodyPr>
          <a:lstStyle/>
          <a:p>
            <a:pPr marL="0" indent="0" algn="ctr">
              <a:spcBef>
                <a:spcPts val="0"/>
              </a:spcBef>
              <a:spcAft>
                <a:spcPts val="0"/>
              </a:spcAft>
              <a:buNone/>
            </a:pPr>
            <a:endParaRPr/>
          </a:p>
        </p:txBody>
      </p:sp>
      <p:sp>
        <p:nvSpPr>
          <p:cNvPr id="94" name="Google Shape;94;p15">
            <a:extLst>
              <a:ext uri="{FF2B5EF4-FFF2-40B4-BE49-F238E27FC236}">
                <a16:creationId xmlns:a16="http://schemas.microsoft.com/office/drawing/2014/main" id="{CC75D9B8-6531-AA2F-E02E-058D2A3AFB2E}"/>
              </a:ext>
            </a:extLst>
          </p:cNvPr>
          <p:cNvSpPr>
            <a:spLocks noGrp="1"/>
          </p:cNvSpPr>
          <p:nvPr>
            <p:ph type="ctrTitle" idx="4294967295"/>
          </p:nvPr>
        </p:nvSpPr>
        <p:spPr>
          <a:xfrm>
            <a:off x="179135" y="2259724"/>
            <a:ext cx="8659040" cy="872359"/>
          </a:xfrm>
          <a:prstGeom prst="rect">
            <a:avLst/>
          </a:prstGeom>
          <a:noFill/>
          <a:ln>
            <a:noFill/>
          </a:ln>
        </p:spPr>
        <p:txBody>
          <a:bodyPr spcFirstLastPara="1" wrap="square" lIns="91425" tIns="45700" rIns="91425" bIns="45700" anchor="b">
            <a:normAutofit/>
          </a:bodyPr>
          <a:lstStyle/>
          <a:p>
            <a:pPr algn="l">
              <a:buNone/>
            </a:pPr>
            <a:r>
              <a:rPr lang="en-US" altLang="zh-CN" sz="3600" b="1" dirty="0">
                <a:solidFill>
                  <a:schemeClr val="lt1"/>
                </a:solidFill>
                <a:latin typeface="Times New Roman"/>
                <a:ea typeface="Times New Roman"/>
                <a:cs typeface="Times New Roman"/>
              </a:rPr>
              <a:t>Thanks</a:t>
            </a:r>
            <a:r>
              <a:rPr lang="zh-CN" altLang="en-US" sz="3600" b="1" dirty="0">
                <a:solidFill>
                  <a:schemeClr val="lt1"/>
                </a:solidFill>
                <a:latin typeface="Times New Roman"/>
                <a:ea typeface="Times New Roman"/>
                <a:cs typeface="Times New Roman"/>
              </a:rPr>
              <a:t> </a:t>
            </a:r>
            <a:r>
              <a:rPr lang="en-US" altLang="zh-CN" sz="3600" b="1" dirty="0">
                <a:solidFill>
                  <a:schemeClr val="lt1"/>
                </a:solidFill>
                <a:latin typeface="Times New Roman"/>
                <a:ea typeface="Times New Roman"/>
                <a:cs typeface="Times New Roman"/>
              </a:rPr>
              <a:t>for</a:t>
            </a:r>
            <a:r>
              <a:rPr lang="zh-CN" altLang="en-US" sz="3600" b="1" dirty="0">
                <a:solidFill>
                  <a:schemeClr val="lt1"/>
                </a:solidFill>
                <a:latin typeface="Times New Roman"/>
                <a:ea typeface="Times New Roman"/>
                <a:cs typeface="Times New Roman"/>
              </a:rPr>
              <a:t> </a:t>
            </a:r>
            <a:r>
              <a:rPr lang="en-US" altLang="zh-CN" sz="3600" b="1" dirty="0">
                <a:solidFill>
                  <a:schemeClr val="lt1"/>
                </a:solidFill>
                <a:latin typeface="Times New Roman"/>
                <a:ea typeface="Times New Roman"/>
                <a:cs typeface="Times New Roman"/>
              </a:rPr>
              <a:t>Listening</a:t>
            </a:r>
            <a:r>
              <a:rPr lang="zh-CN" altLang="en-US" sz="3600" b="1" dirty="0">
                <a:solidFill>
                  <a:schemeClr val="lt1"/>
                </a:solidFill>
                <a:latin typeface="Times New Roman"/>
                <a:ea typeface="Times New Roman"/>
                <a:cs typeface="Times New Roman"/>
              </a:rPr>
              <a:t> </a:t>
            </a:r>
            <a:r>
              <a:rPr lang="en-US" altLang="zh-CN" sz="3600" b="1" dirty="0">
                <a:solidFill>
                  <a:schemeClr val="lt1"/>
                </a:solidFill>
                <a:latin typeface="Times New Roman"/>
                <a:ea typeface="Times New Roman"/>
                <a:cs typeface="Times New Roman"/>
              </a:rPr>
              <a:t>!</a:t>
            </a:r>
            <a:endParaRPr sz="3600" b="1" dirty="0">
              <a:solidFill>
                <a:schemeClr val="lt1"/>
              </a:solidFill>
              <a:latin typeface="Times New Roman"/>
              <a:ea typeface="Times New Roman"/>
              <a:cs typeface="Times New Roman"/>
            </a:endParaRPr>
          </a:p>
        </p:txBody>
      </p:sp>
      <p:pic>
        <p:nvPicPr>
          <p:cNvPr id="96" name="Google Shape;97;p15">
            <a:extLst>
              <a:ext uri="{FF2B5EF4-FFF2-40B4-BE49-F238E27FC236}">
                <a16:creationId xmlns:a16="http://schemas.microsoft.com/office/drawing/2014/main" id="{73EABED9-2A9C-BB3A-45C9-41991C49118C}"/>
              </a:ext>
            </a:extLst>
          </p:cNvPr>
          <p:cNvPicPr>
            <a:picLocks noChangeAspect="1"/>
          </p:cNvPicPr>
          <p:nvPr/>
        </p:nvPicPr>
        <p:blipFill>
          <a:blip r:embed="rId4"/>
          <a:srcRect/>
          <a:stretch/>
        </p:blipFill>
        <p:spPr>
          <a:xfrm>
            <a:off x="263828" y="433620"/>
            <a:ext cx="4743602" cy="967580"/>
          </a:xfrm>
          <a:prstGeom prst="rect">
            <a:avLst/>
          </a:prstGeom>
        </p:spPr>
      </p:pic>
      <p:pic>
        <p:nvPicPr>
          <p:cNvPr id="4" name="Google Shape;96;p15">
            <a:extLst>
              <a:ext uri="{FF2B5EF4-FFF2-40B4-BE49-F238E27FC236}">
                <a16:creationId xmlns:a16="http://schemas.microsoft.com/office/drawing/2014/main" id="{2B98FE4A-2CFF-9D3D-9F20-D19A1055D297}"/>
              </a:ext>
            </a:extLst>
          </p:cNvPr>
          <p:cNvPicPr>
            <a:picLocks noChangeAspect="1"/>
          </p:cNvPicPr>
          <p:nvPr/>
        </p:nvPicPr>
        <p:blipFill>
          <a:blip r:embed="rId5">
            <a:clrChange>
              <a:clrFrom>
                <a:srgbClr val="FFFFFF"/>
              </a:clrFrom>
              <a:clrTo>
                <a:srgbClr val="FFFFFF">
                  <a:alpha val="0"/>
                </a:srgbClr>
              </a:clrTo>
            </a:clrChange>
            <a:alphaModFix amt="50000"/>
          </a:blip>
          <a:srcRect/>
          <a:stretch/>
        </p:blipFill>
        <p:spPr>
          <a:xfrm>
            <a:off x="8886221" y="2078489"/>
            <a:ext cx="2943944" cy="3309744"/>
          </a:xfrm>
          <a:prstGeom prst="rect">
            <a:avLst/>
          </a:prstGeom>
        </p:spPr>
      </p:pic>
      <p:pic>
        <p:nvPicPr>
          <p:cNvPr id="9" name="图形 8">
            <a:extLst>
              <a:ext uri="{FF2B5EF4-FFF2-40B4-BE49-F238E27FC236}">
                <a16:creationId xmlns:a16="http://schemas.microsoft.com/office/drawing/2014/main" id="{2FC7657E-89B5-396A-B28D-ECBC634059C7}"/>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842869" y="118996"/>
            <a:ext cx="1987296" cy="707342"/>
          </a:xfrm>
          <a:prstGeom prst="rect">
            <a:avLst/>
          </a:prstGeom>
        </p:spPr>
      </p:pic>
    </p:spTree>
    <p:extLst>
      <p:ext uri="{BB962C8B-B14F-4D97-AF65-F5344CB8AC3E}">
        <p14:creationId xmlns:p14="http://schemas.microsoft.com/office/powerpoint/2010/main" val="979454509"/>
      </p:ext>
    </p:extLst>
  </p:cSld>
  <p:clrMapOvr>
    <a:masterClrMapping/>
  </p:clrMapOvr>
</p:sld>
</file>

<file path=ppt/theme/theme1.xml><?xml version="1.0" encoding="utf-8"?>
<a:theme xmlns:a="http://schemas.openxmlformats.org/drawingml/2006/main" name="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solidFill>
          <a:schemeClr val="dk1"/>
        </a:solidFill>
        <a:solidFill>
          <a:schemeClr val="accent1"/>
        </a:soli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kumimoji="1" dirty="0" smtClean="0"/>
        </a:defPPr>
      </a:lstStyle>
      <a:style>
        <a:lnRef idx="2">
          <a:schemeClr val="accent6"/>
        </a:lnRef>
        <a:fillRef idx="1">
          <a:schemeClr val="lt1"/>
        </a:fillRef>
        <a:effectRef idx="0">
          <a:schemeClr val="accent6"/>
        </a:effectRef>
        <a:fontRef idx="minor">
          <a:schemeClr val="dk1"/>
        </a:fontRef>
      </a:style>
    </a:spDef>
  </a:objectDefaults>
  <a:extraClrSchemeLst/>
</a:theme>
</file>

<file path=ppt/theme/theme2.xml><?xml version="1.0" encoding="utf-8"?>
<a:theme xmlns:a="http://schemas.openxmlformats.org/drawingml/2006/main" name="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solidFill>
          <a:schemeClr val="dk1"/>
        </a:solidFill>
        <a:solidFill>
          <a:schemeClr val="accent1"/>
        </a:soli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24784</TotalTime>
  <Words>286</Words>
  <Application>Microsoft Macintosh PowerPoint</Application>
  <DocSecurity>0</DocSecurity>
  <PresentationFormat>宽屏</PresentationFormat>
  <Paragraphs>17</Paragraphs>
  <Slides>3</Slides>
  <Notes>3</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3</vt:i4>
      </vt:variant>
    </vt:vector>
  </HeadingPairs>
  <TitlesOfParts>
    <vt:vector size="7" baseType="lpstr">
      <vt:lpstr>等线</vt:lpstr>
      <vt:lpstr>Arial</vt:lpstr>
      <vt:lpstr>Times New Roman</vt:lpstr>
      <vt:lpstr>Office</vt:lpstr>
      <vt:lpstr>Learning visual affordance from human activity videos for embodied AI</vt:lpstr>
      <vt:lpstr>PowerPoint 演示文稿</vt:lpstr>
      <vt:lpstr>Thanks for Listening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lihuenhku@connect.hku.hk</cp:lastModifiedBy>
  <cp:revision>28</cp:revision>
  <dcterms:created xsi:type="dcterms:W3CDTF">2026-06-04T03:33:00Z</dcterms:created>
  <dcterms:modified xsi:type="dcterms:W3CDTF">2026-06-25T05:06:12Z</dcterms:modified>
</cp:coreProperties>
</file>